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1" r:id="rId3"/>
    <p:sldId id="260" r:id="rId4"/>
    <p:sldId id="256" r:id="rId5"/>
    <p:sldId id="257" r:id="rId6"/>
    <p:sldId id="258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50" d="100"/>
          <a:sy n="50" d="100"/>
        </p:scale>
        <p:origin x="1843" y="8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76B1-CE10-4638-AB84-A028EA1261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13125-820F-492E-8FC8-8AF8AAB9DE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76DE3-CBA6-4A60-A51D-2CE43A47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4F5D-7E9F-4287-9492-397D6512A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C6B5A-D05A-42CC-9924-52C3BC88E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7338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5DCE9-8ED6-4D41-B434-2BB7B20C0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7A792-7988-4D05-BDBD-5881C975F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2CF90-37C1-4E40-AEBD-39F7F88D7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64175-8449-4EE7-8172-01081FF34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143F-F036-4D04-A9FD-14516E0AB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615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82F8B-353E-4009-A896-B4724B2A2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1A390-E923-4481-A7D2-653AB60EDA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7CC81-FDC4-4D96-92EC-CED2FF95D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DFCA4-89E0-4E59-AA73-3BCB14616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E5E0C-6E9E-4ADB-AC3E-EF3FA310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646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80044-6233-4A36-B618-C165DFFFC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EA06B-5522-4BCE-8928-0665C11114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A82DB9-6FB8-4EFD-B021-2F346578A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F92CB-153B-496D-80CD-F3BE292E9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DA75-3270-49F2-8F2E-864B9CD8F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7E1F60-A7C1-4907-BF8B-971A4E15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651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04E9-F7E8-48F8-84D5-68B3AA10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B8805-A3AA-41C0-9FDD-C28647ED1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402561-A87D-4E8C-9825-7233F9C1A0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1F709A-17E2-47E9-831B-0E9522DBC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3D21FB-1BE6-4D84-8D54-E787EA06F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9B05C7-279D-4EAC-B32B-C9CBDC49D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6959D-E49D-41BA-B6FC-6E0D77ACA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2BB168-A75A-4529-BA0A-936694B34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730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99F2D-1134-4FDA-8D07-BEC7F07E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459317-151A-4B45-B1CF-7EDB714B5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C9030D-781E-4251-A153-0CECAAD21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C243E6-A6A8-461A-9784-BB3F64AD6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53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7A09FB-AE8D-4E74-96AD-BF268DC5C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8A6654-BECC-44A9-AD6E-A626DFC58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B05F6-ED58-4B20-809B-A2D322A3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176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0617E-E6B8-45B7-81D4-A6F1A59D1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02040-56D2-49DD-BD0B-23ACE8C39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06BEE-3D91-4A10-8CB6-EB7BA3E730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99D845-0E84-42C7-A072-F503BF363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BF8D6-2A32-4A9D-9078-3014ED25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3A331-F1C1-4E20-888A-D943203CB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726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71711-519E-4FB4-B9AA-61149CDA2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9B4D64-69CE-4A8A-BEC7-B0C2F83AF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7F946B-B457-4D03-9833-8EAD5B2FB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AE138B-D99D-4A9C-97C5-C71719254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3D04B1-0100-418A-9C39-D988A0408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20749E-88EE-4078-BADB-AB9690CD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816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8E2A-D4F7-4927-81B7-F984D6A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F4D842-AEB6-4218-926F-575619DDE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73271-847E-4BC5-96AA-76D1CE47C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C4D4F-8EBA-4FEB-8D28-88EEF5416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1679F-BA2D-4C35-817E-E5AC4BA4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910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84522-3D52-4D68-98ED-A4E4C4971D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C6289-E385-4E2E-8B92-D81E78EAF0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37447-FE3E-46D7-AAE2-DAA816D1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4358F-327E-447C-8BAE-B72F9A860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1BA44-26DE-445F-BF84-39856E74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0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391F28-1452-4DB0-94E7-688C81AD6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2477D-D1A2-4705-88EF-A70810FCD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382DE-65C2-467C-802A-78828C9E2C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45A1C3-48E6-4803-BD03-05C2F4DE4958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0F81E3-86C3-4F56-936E-8938D9C246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72A25-D367-4242-9892-39919EF372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C1F56-B09F-4A07-9CE9-8D2653D61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06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64065-5BB1-48D7-A3E0-AF71306C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8" name="Content Placeholder 27">
            <a:extLst>
              <a:ext uri="{FF2B5EF4-FFF2-40B4-BE49-F238E27FC236}">
                <a16:creationId xmlns:a16="http://schemas.microsoft.com/office/drawing/2014/main" id="{7544E024-C17C-485F-930F-9BE9BD69B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010" y="0"/>
            <a:ext cx="5279614" cy="6832443"/>
          </a:xfr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E738581-CD75-4178-BF71-25597091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377" y="0"/>
            <a:ext cx="52993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011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C62DB-B0AB-42D0-A4C3-0FFE78BB3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09268F9-6943-4286-B56D-E3D072347E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886" y="60022"/>
            <a:ext cx="5252982" cy="6797978"/>
          </a:xfrm>
        </p:spPr>
      </p:pic>
      <p:pic>
        <p:nvPicPr>
          <p:cNvPr id="14" name="Content Placeholder 16">
            <a:extLst>
              <a:ext uri="{FF2B5EF4-FFF2-40B4-BE49-F238E27FC236}">
                <a16:creationId xmlns:a16="http://schemas.microsoft.com/office/drawing/2014/main" id="{3350B329-6AF8-4AB6-A62C-83F2561B1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1133" y="0"/>
            <a:ext cx="5297370" cy="685542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723CDB4-1F49-4DB4-8F8F-11E2A5025324}"/>
              </a:ext>
            </a:extLst>
          </p:cNvPr>
          <p:cNvSpPr txBox="1"/>
          <p:nvPr/>
        </p:nvSpPr>
        <p:spPr>
          <a:xfrm>
            <a:off x="496734" y="0"/>
            <a:ext cx="568586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Total</a:t>
            </a:r>
          </a:p>
        </p:txBody>
      </p:sp>
    </p:spTree>
    <p:extLst>
      <p:ext uri="{BB962C8B-B14F-4D97-AF65-F5344CB8AC3E}">
        <p14:creationId xmlns:p14="http://schemas.microsoft.com/office/powerpoint/2010/main" val="774033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E4D9-65DB-4591-8717-391D4409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B0F35-7462-48E0-9522-8F59BBC81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8CF45B-8321-4C8D-8013-7F600304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318" y="0"/>
            <a:ext cx="52993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9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0C639-C83E-4990-ADB5-6DE2AA7B0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D8855C-357D-4C47-B636-952A545FA9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36B9D4-3258-41AD-9F15-DA56F54AF9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3897"/>
          <a:stretch/>
        </p:blipFill>
        <p:spPr>
          <a:xfrm>
            <a:off x="300842" y="25597"/>
            <a:ext cx="7661564" cy="71528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13F24C-1DFE-48E1-8337-0439A00969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208"/>
          <a:stretch/>
        </p:blipFill>
        <p:spPr>
          <a:xfrm>
            <a:off x="8153978" y="3184710"/>
            <a:ext cx="3834163" cy="35965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8860DD-8EDA-4D1A-8E52-3541D4367B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640" t="23562" r="756" b="35748"/>
          <a:stretch/>
        </p:blipFill>
        <p:spPr>
          <a:xfrm>
            <a:off x="8457092" y="542375"/>
            <a:ext cx="3227933" cy="24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2A4702-51B2-4FDE-A1F5-ABF3ECD9D8F1}"/>
              </a:ext>
            </a:extLst>
          </p:cNvPr>
          <p:cNvSpPr txBox="1"/>
          <p:nvPr/>
        </p:nvSpPr>
        <p:spPr>
          <a:xfrm rot="16200000">
            <a:off x="-629134" y="1339034"/>
            <a:ext cx="2015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HUC12 intersecting </a:t>
            </a:r>
            <a:r>
              <a:rPr lang="en-US" dirty="0" err="1"/>
              <a:t>Supplyshed</a:t>
            </a:r>
            <a:r>
              <a:rPr lang="en-US" dirty="0"/>
              <a:t> (%)</a:t>
            </a:r>
          </a:p>
        </p:txBody>
      </p:sp>
    </p:spTree>
    <p:extLst>
      <p:ext uri="{BB962C8B-B14F-4D97-AF65-F5344CB8AC3E}">
        <p14:creationId xmlns:p14="http://schemas.microsoft.com/office/powerpoint/2010/main" val="1530438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47867-C989-4D6E-9858-ABF27450D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F545351-8E10-456A-AD32-2410F3E0A7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509" y="73531"/>
            <a:ext cx="10990613" cy="6782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7501BD-5781-4887-BE80-AAA5A977821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1830"/>
          <a:stretch/>
        </p:blipFill>
        <p:spPr>
          <a:xfrm>
            <a:off x="9018546" y="3651663"/>
            <a:ext cx="2993345" cy="2363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369351-AFA9-4815-8932-C23114053727}"/>
              </a:ext>
            </a:extLst>
          </p:cNvPr>
          <p:cNvSpPr txBox="1"/>
          <p:nvPr/>
        </p:nvSpPr>
        <p:spPr>
          <a:xfrm rot="16200000">
            <a:off x="-702546" y="1231459"/>
            <a:ext cx="2015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HUC12 intersecting </a:t>
            </a:r>
            <a:r>
              <a:rPr lang="en-US" dirty="0" err="1"/>
              <a:t>Supplyshed</a:t>
            </a:r>
            <a:r>
              <a:rPr lang="en-US" dirty="0"/>
              <a:t> (%)</a:t>
            </a:r>
          </a:p>
        </p:txBody>
      </p:sp>
    </p:spTree>
    <p:extLst>
      <p:ext uri="{BB962C8B-B14F-4D97-AF65-F5344CB8AC3E}">
        <p14:creationId xmlns:p14="http://schemas.microsoft.com/office/powerpoint/2010/main" val="2021778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1E5FC-7E1C-4848-8F58-2A4DF45D9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8022D98-E590-45CC-9D13-7106EE5303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657" y="0"/>
            <a:ext cx="11115304" cy="68597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6A2EE2-AD9C-45AC-8E8E-71C0426B5B8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8141"/>
          <a:stretch/>
        </p:blipFill>
        <p:spPr>
          <a:xfrm>
            <a:off x="8811792" y="4040579"/>
            <a:ext cx="3201031" cy="27491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43DB9B-5401-451B-8FAD-9E3F400BC306}"/>
              </a:ext>
            </a:extLst>
          </p:cNvPr>
          <p:cNvSpPr txBox="1"/>
          <p:nvPr/>
        </p:nvSpPr>
        <p:spPr>
          <a:xfrm rot="16200000">
            <a:off x="-629134" y="1204563"/>
            <a:ext cx="2015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HUC12 intersecting </a:t>
            </a:r>
            <a:r>
              <a:rPr lang="en-US" dirty="0" err="1"/>
              <a:t>Supplyshed</a:t>
            </a:r>
            <a:r>
              <a:rPr lang="en-US" dirty="0"/>
              <a:t> (%)</a:t>
            </a:r>
          </a:p>
        </p:txBody>
      </p:sp>
    </p:spTree>
    <p:extLst>
      <p:ext uri="{BB962C8B-B14F-4D97-AF65-F5344CB8AC3E}">
        <p14:creationId xmlns:p14="http://schemas.microsoft.com/office/powerpoint/2010/main" val="3912081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8937B-C3A4-42B8-8924-DCFEDADD4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1735D-A106-44BB-A8DD-980142E9C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C02D74-5B38-4CD5-8705-4ABD68417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502"/>
            <a:ext cx="66675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B4F455-9911-4664-84DE-EF393C4BA3E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6308"/>
          <a:stretch/>
        </p:blipFill>
        <p:spPr>
          <a:xfrm>
            <a:off x="6204857" y="2395593"/>
            <a:ext cx="5987143" cy="441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50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6D8B-27B2-430D-AF8A-8DDA8DAA6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F30ECA-9F66-4A03-A23D-6C388C3D22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-1"/>
            <a:ext cx="5257800" cy="680421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89C406-7366-4F5B-96E3-76AEE51B32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8" y="0"/>
            <a:ext cx="529936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5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3160</TotalTime>
  <Words>13</Words>
  <Application>Microsoft Office PowerPoint</Application>
  <PresentationFormat>Widescreen</PresentationFormat>
  <Paragraphs>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Stephenson, Jessica A</dc:creator>
  <cp:lastModifiedBy>Stephenson, Jessica A</cp:lastModifiedBy>
  <cp:revision>12</cp:revision>
  <dcterms:created xsi:type="dcterms:W3CDTF">2026-01-27T15:51:41Z</dcterms:created>
  <dcterms:modified xsi:type="dcterms:W3CDTF">2026-01-31T04:05:50Z</dcterms:modified>
</cp:coreProperties>
</file>