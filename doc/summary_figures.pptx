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1" r:id="rId3"/>
    <p:sldId id="260" r:id="rId4"/>
    <p:sldId id="256" r:id="rId5"/>
    <p:sldId id="257" r:id="rId6"/>
    <p:sldId id="258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73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035156-0777-4C12-A3F2-E85B408E8AAC}" type="doc">
      <dgm:prSet loTypeId="urn:microsoft.com/office/officeart/2005/8/layout/hList9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5890967-7DBD-42B9-A31C-82BE9249858D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ACPF</a:t>
          </a:r>
        </a:p>
      </dgm:t>
    </dgm:pt>
    <dgm:pt modelId="{2A494406-D28B-4524-B7F0-7DAC7CF7708B}" type="parTrans" cxnId="{5BE1E3E9-24AF-4CF7-9C76-9B1BC9DB9D8B}">
      <dgm:prSet/>
      <dgm:spPr/>
      <dgm:t>
        <a:bodyPr/>
        <a:lstStyle/>
        <a:p>
          <a:endParaRPr lang="en-US"/>
        </a:p>
      </dgm:t>
    </dgm:pt>
    <dgm:pt modelId="{51724E48-7F2D-43A6-955C-DC709BD7A80F}" type="sibTrans" cxnId="{5BE1E3E9-24AF-4CF7-9C76-9B1BC9DB9D8B}">
      <dgm:prSet/>
      <dgm:spPr/>
      <dgm:t>
        <a:bodyPr/>
        <a:lstStyle/>
        <a:p>
          <a:endParaRPr lang="en-US"/>
        </a:p>
      </dgm:t>
    </dgm:pt>
    <dgm:pt modelId="{2D34F0AB-E24B-4D9C-85CD-AC2041AB00BF}">
      <dgm:prSet phldrT="[Text]" custT="1"/>
      <dgm:spPr>
        <a:solidFill>
          <a:schemeClr val="bg1">
            <a:lumMod val="75000"/>
            <a:alpha val="90000"/>
          </a:schemeClr>
        </a:solidFill>
      </dgm:spPr>
      <dgm:t>
        <a:bodyPr/>
        <a:lstStyle/>
        <a:p>
          <a:pPr algn="ctr">
            <a:buNone/>
          </a:pPr>
          <a:r>
            <a:rPr lang="en-US" sz="1100" b="0" u="sng" dirty="0">
              <a:latin typeface="Times New Roman" panose="02020603050405020304" pitchFamily="18" charset="0"/>
              <a:cs typeface="Times New Roman" panose="02020603050405020304" pitchFamily="18" charset="0"/>
            </a:rPr>
            <a:t>INPUT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HUC 12 Boundary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Field boundary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Soils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Land Use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DEM</a:t>
          </a:r>
        </a:p>
      </dgm:t>
    </dgm:pt>
    <dgm:pt modelId="{D650C061-80D2-4C05-879E-8C1F013E7D2F}" type="parTrans" cxnId="{D5FC00F3-FD09-4889-94A7-BED6D2582A11}">
      <dgm:prSet/>
      <dgm:spPr/>
      <dgm:t>
        <a:bodyPr/>
        <a:lstStyle/>
        <a:p>
          <a:endParaRPr lang="en-US"/>
        </a:p>
      </dgm:t>
    </dgm:pt>
    <dgm:pt modelId="{9E6DC512-046C-46D1-B3E8-D27D47B6A64D}" type="sibTrans" cxnId="{D5FC00F3-FD09-4889-94A7-BED6D2582A11}">
      <dgm:prSet/>
      <dgm:spPr/>
      <dgm:t>
        <a:bodyPr/>
        <a:lstStyle/>
        <a:p>
          <a:endParaRPr lang="en-US"/>
        </a:p>
      </dgm:t>
    </dgm:pt>
    <dgm:pt modelId="{2A23DDFF-7E6F-489F-9512-7C6D402D46F8}">
      <dgm:prSet phldrT="[Text]" custT="1"/>
      <dgm:spPr/>
      <dgm:t>
        <a:bodyPr/>
        <a:lstStyle/>
        <a:p>
          <a:pPr algn="ctr">
            <a:buNone/>
          </a:pPr>
          <a:r>
            <a:rPr lang="en-US" sz="1100" b="0" u="sng" dirty="0"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</a:p>
        <a:p>
          <a:pPr algn="ctr">
            <a:buFont typeface="Arial" panose="020B0604020202020204" pitchFamily="34" charset="0"/>
            <a:buNone/>
          </a:pP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SVI</a:t>
          </a:r>
        </a:p>
        <a:p>
          <a:pPr algn="ctr">
            <a:buFont typeface="Arial" panose="020B0604020202020204" pitchFamily="34" charset="0"/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Stream network</a:t>
          </a:r>
        </a:p>
        <a:p>
          <a:pPr algn="ctr">
            <a:buFont typeface="Arial" panose="020B0604020202020204" pitchFamily="34" charset="0"/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Terrain attributes (FDR, FAC, </a:t>
          </a:r>
          <a:r>
            <a:rPr lang="en-US" sz="11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hDEM</a:t>
          </a: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  <a:p>
          <a:pPr algn="ctr">
            <a:buFont typeface="Arial" panose="020B0604020202020204" pitchFamily="34" charset="0"/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Saturated buffer</a:t>
          </a:r>
        </a:p>
        <a:p>
          <a:pPr algn="ctr">
            <a:buFont typeface="Arial" panose="020B0604020202020204" pitchFamily="34" charset="0"/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Prairie Strips</a:t>
          </a:r>
        </a:p>
        <a:p>
          <a:pPr algn="ctr">
            <a:buFont typeface="Arial" panose="020B0604020202020204" pitchFamily="34" charset="0"/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NRW</a:t>
          </a:r>
        </a:p>
        <a:p>
          <a:pPr algn="ctr">
            <a:buFont typeface="Arial" panose="020B0604020202020204" pitchFamily="34" charset="0"/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Drainage Table</a:t>
          </a:r>
        </a:p>
      </dgm:t>
    </dgm:pt>
    <dgm:pt modelId="{8CD46E27-699C-4AC6-B274-D373F8531422}" type="parTrans" cxnId="{DCBCB1A5-C829-4540-AD45-64FDB6CC4D2C}">
      <dgm:prSet/>
      <dgm:spPr/>
      <dgm:t>
        <a:bodyPr/>
        <a:lstStyle/>
        <a:p>
          <a:endParaRPr lang="en-US"/>
        </a:p>
      </dgm:t>
    </dgm:pt>
    <dgm:pt modelId="{D1D717DC-921B-4D21-8EC7-B20118F0A8ED}" type="sibTrans" cxnId="{DCBCB1A5-C829-4540-AD45-64FDB6CC4D2C}">
      <dgm:prSet/>
      <dgm:spPr/>
      <dgm:t>
        <a:bodyPr/>
        <a:lstStyle/>
        <a:p>
          <a:endParaRPr lang="en-US"/>
        </a:p>
      </dgm:t>
    </dgm:pt>
    <dgm:pt modelId="{99D832C1-8F1A-4C0F-84B5-84EE22F246A2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OFE</a:t>
          </a:r>
        </a:p>
      </dgm:t>
    </dgm:pt>
    <dgm:pt modelId="{63544490-6553-45B4-965D-A30177581F9E}" type="parTrans" cxnId="{4C3FDC64-E266-4778-9314-FA096CC071BD}">
      <dgm:prSet/>
      <dgm:spPr/>
      <dgm:t>
        <a:bodyPr/>
        <a:lstStyle/>
        <a:p>
          <a:endParaRPr lang="en-US"/>
        </a:p>
      </dgm:t>
    </dgm:pt>
    <dgm:pt modelId="{A0E24D6D-0561-4810-BC0E-EC212DF68578}" type="sibTrans" cxnId="{4C3FDC64-E266-4778-9314-FA096CC071BD}">
      <dgm:prSet/>
      <dgm:spPr/>
      <dgm:t>
        <a:bodyPr/>
        <a:lstStyle/>
        <a:p>
          <a:endParaRPr lang="en-US"/>
        </a:p>
      </dgm:t>
    </dgm:pt>
    <dgm:pt modelId="{5AE0841C-DBB5-4935-A463-2503809BD2F9}">
      <dgm:prSet phldrT="[Text]" custT="1"/>
      <dgm:spPr>
        <a:solidFill>
          <a:schemeClr val="bg1">
            <a:lumMod val="75000"/>
          </a:schemeClr>
        </a:solidFill>
      </dgm:spPr>
      <dgm:t>
        <a:bodyPr/>
        <a:lstStyle/>
        <a:p>
          <a:pPr algn="ctr"/>
          <a:r>
            <a:rPr lang="en-US" sz="1100" b="0" u="sng" dirty="0">
              <a:latin typeface="Times New Roman" panose="02020603050405020304" pitchFamily="18" charset="0"/>
              <a:cs typeface="Times New Roman" panose="02020603050405020304" pitchFamily="18" charset="0"/>
            </a:rPr>
            <a:t>INPUT</a:t>
          </a:r>
        </a:p>
        <a:p>
          <a:pPr algn="ctr"/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[ACPF dataset]</a:t>
          </a:r>
        </a:p>
        <a:p>
          <a:pPr algn="ctr"/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DEP/WEPP</a:t>
          </a:r>
        </a:p>
      </dgm:t>
    </dgm:pt>
    <dgm:pt modelId="{0ED0D4CC-7381-452C-90F5-9008C09BD2EC}" type="parTrans" cxnId="{A7AB335F-6E97-4294-937F-6BF8D2DB2D9B}">
      <dgm:prSet/>
      <dgm:spPr/>
      <dgm:t>
        <a:bodyPr/>
        <a:lstStyle/>
        <a:p>
          <a:endParaRPr lang="en-US"/>
        </a:p>
      </dgm:t>
    </dgm:pt>
    <dgm:pt modelId="{9FFBE036-052D-4897-B05D-CC0945AB211C}" type="sibTrans" cxnId="{A7AB335F-6E97-4294-937F-6BF8D2DB2D9B}">
      <dgm:prSet/>
      <dgm:spPr/>
      <dgm:t>
        <a:bodyPr/>
        <a:lstStyle/>
        <a:p>
          <a:endParaRPr lang="en-US"/>
        </a:p>
      </dgm:t>
    </dgm:pt>
    <dgm:pt modelId="{B5CCDB81-271B-45BB-ACA7-B4FC57E13A11}">
      <dgm:prSet phldrT="[Text]" custT="1"/>
      <dgm:spPr/>
      <dgm:t>
        <a:bodyPr/>
        <a:lstStyle/>
        <a:p>
          <a:pPr algn="ctr"/>
          <a:r>
            <a:rPr lang="en-US" sz="1100" b="0" u="sng" dirty="0"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</a:p>
        <a:p>
          <a:pPr algn="ctr"/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Sediment loss raster</a:t>
          </a:r>
        </a:p>
        <a:p>
          <a:pPr algn="ctr"/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Soil loss by-field</a:t>
          </a:r>
        </a:p>
      </dgm:t>
    </dgm:pt>
    <dgm:pt modelId="{89A09463-C91C-4000-90BA-FF666D7AC735}" type="parTrans" cxnId="{26579B7B-1D42-4109-8CF2-A6BEFB026ADD}">
      <dgm:prSet/>
      <dgm:spPr/>
      <dgm:t>
        <a:bodyPr/>
        <a:lstStyle/>
        <a:p>
          <a:endParaRPr lang="en-US"/>
        </a:p>
      </dgm:t>
    </dgm:pt>
    <dgm:pt modelId="{81DCC287-D651-4095-984E-5AEF6E26878B}" type="sibTrans" cxnId="{26579B7B-1D42-4109-8CF2-A6BEFB026ADD}">
      <dgm:prSet/>
      <dgm:spPr/>
      <dgm:t>
        <a:bodyPr/>
        <a:lstStyle/>
        <a:p>
          <a:endParaRPr lang="en-US"/>
        </a:p>
      </dgm:t>
    </dgm:pt>
    <dgm:pt modelId="{B015A753-0881-4E9A-A3A3-3BD918E9E4C0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FiNRT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E514CB-0493-42D2-BAB4-5623B22F6C8F}" type="parTrans" cxnId="{A4F74AC0-4D79-459E-8DE4-04F0C9524000}">
      <dgm:prSet/>
      <dgm:spPr/>
      <dgm:t>
        <a:bodyPr/>
        <a:lstStyle/>
        <a:p>
          <a:endParaRPr lang="en-US"/>
        </a:p>
      </dgm:t>
    </dgm:pt>
    <dgm:pt modelId="{1E91B079-3989-4172-8DF1-8F6B17590331}" type="sibTrans" cxnId="{A4F74AC0-4D79-459E-8DE4-04F0C9524000}">
      <dgm:prSet/>
      <dgm:spPr/>
      <dgm:t>
        <a:bodyPr/>
        <a:lstStyle/>
        <a:p>
          <a:endParaRPr lang="en-US"/>
        </a:p>
      </dgm:t>
    </dgm:pt>
    <dgm:pt modelId="{255CD09E-ECB9-4796-8A85-BB30F967CECF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GeoProfit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53FE4D-9548-46FE-B39B-0AF6868CF489}" type="parTrans" cxnId="{B062FC66-3D60-43D9-89C8-DDE040692343}">
      <dgm:prSet/>
      <dgm:spPr/>
      <dgm:t>
        <a:bodyPr/>
        <a:lstStyle/>
        <a:p>
          <a:endParaRPr lang="en-US"/>
        </a:p>
      </dgm:t>
    </dgm:pt>
    <dgm:pt modelId="{C8A9549A-906A-4730-BEED-93718B835583}" type="sibTrans" cxnId="{B062FC66-3D60-43D9-89C8-DDE040692343}">
      <dgm:prSet/>
      <dgm:spPr/>
      <dgm:t>
        <a:bodyPr/>
        <a:lstStyle/>
        <a:p>
          <a:endParaRPr lang="en-US"/>
        </a:p>
      </dgm:t>
    </dgm:pt>
    <dgm:pt modelId="{4FE342AF-DAD6-4BBF-B3B1-675BB7959F6D}">
      <dgm:prSet custT="1"/>
      <dgm:spPr>
        <a:solidFill>
          <a:schemeClr val="bg1">
            <a:lumMod val="75000"/>
            <a:alpha val="90000"/>
          </a:schemeClr>
        </a:solidFill>
      </dgm:spPr>
      <dgm:t>
        <a:bodyPr/>
        <a:lstStyle/>
        <a:p>
          <a:pPr algn="ctr">
            <a:buFontTx/>
            <a:buNone/>
          </a:pPr>
          <a:r>
            <a:rPr lang="en-US" sz="1100" b="0" u="sng" dirty="0">
              <a:latin typeface="Times New Roman" panose="02020603050405020304" pitchFamily="18" charset="0"/>
              <a:cs typeface="Times New Roman" panose="02020603050405020304" pitchFamily="18" charset="0"/>
            </a:rPr>
            <a:t>INPUT</a:t>
          </a:r>
        </a:p>
        <a:p>
          <a:pPr algn="ctr">
            <a:buFontTx/>
            <a:buNone/>
          </a:pPr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[ACPF dataset]</a:t>
          </a:r>
        </a:p>
        <a:p>
          <a:pPr algn="ctr">
            <a:buFontTx/>
            <a:buNone/>
          </a:pPr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[OFE dataset]</a:t>
          </a:r>
        </a:p>
        <a:p>
          <a:pPr algn="ctr">
            <a:buFontTx/>
            <a:buNone/>
          </a:pPr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MRTN fertilizer rate calculations</a:t>
          </a:r>
        </a:p>
        <a:p>
          <a:pPr algn="ctr">
            <a:buFontTx/>
            <a:buNone/>
          </a:pPr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Practice costs</a:t>
          </a:r>
        </a:p>
        <a:p>
          <a:pPr algn="ctr">
            <a:buFontTx/>
            <a:buNone/>
          </a:pPr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Land rent costs (Ag </a:t>
          </a:r>
          <a:r>
            <a:rPr lang="en-US" sz="1100" b="0" u="none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DecisionMaker</a:t>
          </a:r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  <a:p>
          <a:pPr algn="ctr">
            <a:buFontTx/>
            <a:buNone/>
          </a:pPr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NO</a:t>
          </a:r>
          <a:r>
            <a:rPr lang="en-US" sz="1100" b="0" u="none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reduction fraction (INRS)</a:t>
          </a:r>
        </a:p>
        <a:p>
          <a:pPr algn="ctr">
            <a:buFontTx/>
            <a:buNone/>
          </a:pPr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Sediment reduction fraction (MOSM)</a:t>
          </a:r>
        </a:p>
        <a:p>
          <a:pPr algn="ctr">
            <a:buFontTx/>
            <a:buNone/>
          </a:pPr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GHG reduction rate (COMET)</a:t>
          </a:r>
        </a:p>
        <a:p>
          <a:pPr algn="ctr">
            <a:buFontTx/>
            <a:buNone/>
          </a:pPr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Soil leaching values by MLRA</a:t>
          </a:r>
        </a:p>
        <a:p>
          <a:pPr algn="ctr">
            <a:buFontTx/>
            <a:buNone/>
          </a:pPr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Biomass yields</a:t>
          </a:r>
        </a:p>
        <a:p>
          <a:pPr algn="ctr">
            <a:buFontTx/>
            <a:buNone/>
          </a:pPr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Energy potential</a:t>
          </a:r>
          <a:endParaRPr lang="en-US" sz="1100" b="0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E63BE3-AD64-445E-9957-950C98308DAC}" type="parTrans" cxnId="{59871A29-0D08-46FC-9B7F-AA6A0E80E11B}">
      <dgm:prSet/>
      <dgm:spPr/>
      <dgm:t>
        <a:bodyPr/>
        <a:lstStyle/>
        <a:p>
          <a:endParaRPr lang="en-US"/>
        </a:p>
      </dgm:t>
    </dgm:pt>
    <dgm:pt modelId="{95873583-BBFA-40AE-9A6B-ED7A706A5DB0}" type="sibTrans" cxnId="{59871A29-0D08-46FC-9B7F-AA6A0E80E11B}">
      <dgm:prSet/>
      <dgm:spPr/>
      <dgm:t>
        <a:bodyPr/>
        <a:lstStyle/>
        <a:p>
          <a:endParaRPr lang="en-US"/>
        </a:p>
      </dgm:t>
    </dgm:pt>
    <dgm:pt modelId="{9F2ACBF0-FD73-4D25-B8F3-08E81A1CBA0D}">
      <dgm:prSet custT="1"/>
      <dgm:spPr/>
      <dgm:t>
        <a:bodyPr/>
        <a:lstStyle/>
        <a:p>
          <a:pPr algn="ctr"/>
          <a:r>
            <a:rPr lang="en-US" sz="1100" b="0" u="sng" dirty="0"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</a:p>
        <a:p>
          <a:pPr algn="ctr"/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N fertilizer rates per field</a:t>
          </a:r>
        </a:p>
        <a:p>
          <a:pPr algn="ctr"/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NO</a:t>
          </a:r>
          <a:r>
            <a:rPr lang="en-US" sz="1100" b="0" u="none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 </a:t>
          </a:r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load</a:t>
          </a:r>
        </a:p>
        <a:p>
          <a:pPr algn="ctr"/>
          <a:r>
            <a:rPr lang="en-US" sz="1100" b="0" i="1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Outcome by practice an field:</a:t>
          </a:r>
        </a:p>
        <a:p>
          <a:pPr algn="ctr"/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NO</a:t>
          </a:r>
          <a:r>
            <a:rPr lang="en-US" sz="1100" b="0" u="none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load reduction</a:t>
          </a:r>
        </a:p>
        <a:p>
          <a:pPr algn="ctr"/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</a:t>
          </a:r>
          <a:r>
            <a:rPr lang="en-US" sz="1100" b="0" u="none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2  </a:t>
          </a:r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and N</a:t>
          </a:r>
          <a:r>
            <a:rPr lang="en-US" sz="1100" b="0" u="none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 </a:t>
          </a:r>
          <a:r>
            <a:rPr lang="en-US" sz="1100" b="0" u="none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reduction</a:t>
          </a:r>
        </a:p>
        <a:p>
          <a:pPr algn="ctr"/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Biomass yield</a:t>
          </a:r>
        </a:p>
        <a:p>
          <a:pPr algn="ctr"/>
          <a:r>
            <a:rPr lang="en-US" sz="1100" b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Energy yield potential</a:t>
          </a:r>
        </a:p>
        <a:p>
          <a:pPr algn="ctr"/>
          <a:r>
            <a:rPr lang="en-US" sz="1100" b="0" i="1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Costs by practice:</a:t>
          </a:r>
        </a:p>
        <a:p>
          <a:pPr algn="ctr"/>
          <a:r>
            <a:rPr lang="en-US" sz="1100" b="0" i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Direct cost</a:t>
          </a:r>
        </a:p>
        <a:p>
          <a:pPr algn="ctr"/>
          <a:r>
            <a:rPr lang="en-US" sz="1100" b="0" i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Opportunity cost</a:t>
          </a:r>
        </a:p>
        <a:p>
          <a:pPr algn="ctr"/>
          <a:r>
            <a:rPr lang="en-US" sz="1100" b="0" i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Total cost</a:t>
          </a:r>
        </a:p>
        <a:p>
          <a:pPr algn="ctr"/>
          <a:r>
            <a:rPr lang="en-US" sz="1100" b="0" i="0" u="non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Cost-effectiveness</a:t>
          </a:r>
          <a:endParaRPr lang="en-US" sz="900" b="0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8FEF130-BA10-4BF8-B41D-C212D7BC8176}" type="parTrans" cxnId="{9960F6E0-E54C-483A-85F5-B0AEF46CE0C1}">
      <dgm:prSet/>
      <dgm:spPr/>
      <dgm:t>
        <a:bodyPr/>
        <a:lstStyle/>
        <a:p>
          <a:endParaRPr lang="en-US"/>
        </a:p>
      </dgm:t>
    </dgm:pt>
    <dgm:pt modelId="{733713C4-395A-4B44-9B42-8BE95F07498C}" type="sibTrans" cxnId="{9960F6E0-E54C-483A-85F5-B0AEF46CE0C1}">
      <dgm:prSet/>
      <dgm:spPr/>
      <dgm:t>
        <a:bodyPr/>
        <a:lstStyle/>
        <a:p>
          <a:endParaRPr lang="en-US"/>
        </a:p>
      </dgm:t>
    </dgm:pt>
    <dgm:pt modelId="{3BC500B4-2709-4CF3-A3F1-339CA7E11E35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pPr algn="ctr"/>
          <a:r>
            <a:rPr lang="en-US" sz="1100" b="0" u="sng" dirty="0">
              <a:latin typeface="Times New Roman" panose="02020603050405020304" pitchFamily="18" charset="0"/>
              <a:cs typeface="Times New Roman" panose="02020603050405020304" pitchFamily="18" charset="0"/>
            </a:rPr>
            <a:t>INPUT</a:t>
          </a:r>
        </a:p>
        <a:p>
          <a:pPr algn="ctr"/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[ACPF dataset]</a:t>
          </a:r>
        </a:p>
        <a:p>
          <a:pPr algn="ctr"/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NASS county yields</a:t>
          </a:r>
        </a:p>
        <a:p>
          <a:pPr algn="ctr"/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Corn price</a:t>
          </a:r>
        </a:p>
        <a:p>
          <a:pPr algn="ctr"/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Soybean price</a:t>
          </a:r>
        </a:p>
        <a:p>
          <a:pPr algn="ctr"/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Land rent Costs</a:t>
          </a:r>
          <a:endParaRPr lang="en-US" sz="1200" b="0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9C7FEE-6A80-4CD8-8E22-293735C84A21}" type="parTrans" cxnId="{B1CF2DF7-931D-4E54-8A9B-23832C8ED56B}">
      <dgm:prSet/>
      <dgm:spPr/>
      <dgm:t>
        <a:bodyPr/>
        <a:lstStyle/>
        <a:p>
          <a:endParaRPr lang="en-US"/>
        </a:p>
      </dgm:t>
    </dgm:pt>
    <dgm:pt modelId="{83A143A9-29EE-4F07-80B2-FC0D47FC83DB}" type="sibTrans" cxnId="{B1CF2DF7-931D-4E54-8A9B-23832C8ED56B}">
      <dgm:prSet/>
      <dgm:spPr/>
      <dgm:t>
        <a:bodyPr/>
        <a:lstStyle/>
        <a:p>
          <a:endParaRPr lang="en-US"/>
        </a:p>
      </dgm:t>
    </dgm:pt>
    <dgm:pt modelId="{A3A519AA-258C-4A5D-BD5D-8E4F86B8C319}">
      <dgm:prSet custT="1"/>
      <dgm:spPr/>
      <dgm:t>
        <a:bodyPr/>
        <a:lstStyle/>
        <a:p>
          <a:pPr algn="ctr"/>
          <a:r>
            <a:rPr lang="en-US" sz="1100" b="0" u="sng" dirty="0"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</a:p>
        <a:p>
          <a:pPr algn="l"/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Field profitability</a:t>
          </a:r>
        </a:p>
        <a:p>
          <a:pPr algn="l"/>
          <a:r>
            <a:rPr lang="en-US" sz="11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Yield stability</a:t>
          </a:r>
        </a:p>
      </dgm:t>
    </dgm:pt>
    <dgm:pt modelId="{7F939DEE-A88F-4756-8C13-D276D469178C}" type="parTrans" cxnId="{F81AD02A-5472-42EE-A405-FF1D3013F783}">
      <dgm:prSet/>
      <dgm:spPr/>
      <dgm:t>
        <a:bodyPr/>
        <a:lstStyle/>
        <a:p>
          <a:endParaRPr lang="en-US"/>
        </a:p>
      </dgm:t>
    </dgm:pt>
    <dgm:pt modelId="{D6C6CF3A-AFCE-4988-B58A-09B7854654B9}" type="sibTrans" cxnId="{F81AD02A-5472-42EE-A405-FF1D3013F783}">
      <dgm:prSet/>
      <dgm:spPr/>
      <dgm:t>
        <a:bodyPr/>
        <a:lstStyle/>
        <a:p>
          <a:endParaRPr lang="en-US"/>
        </a:p>
      </dgm:t>
    </dgm:pt>
    <dgm:pt modelId="{BC8DD2E5-0A1B-4438-9DCE-E13362262BBE}" type="pres">
      <dgm:prSet presAssocID="{02035156-0777-4C12-A3F2-E85B408E8AAC}" presName="list" presStyleCnt="0">
        <dgm:presLayoutVars>
          <dgm:dir/>
          <dgm:animLvl val="lvl"/>
        </dgm:presLayoutVars>
      </dgm:prSet>
      <dgm:spPr/>
    </dgm:pt>
    <dgm:pt modelId="{5518F2A4-0AAB-451F-B280-B330355A7C20}" type="pres">
      <dgm:prSet presAssocID="{65890967-7DBD-42B9-A31C-82BE9249858D}" presName="posSpace" presStyleCnt="0"/>
      <dgm:spPr/>
    </dgm:pt>
    <dgm:pt modelId="{88E79FAF-D733-41DD-930C-35AFE19B4906}" type="pres">
      <dgm:prSet presAssocID="{65890967-7DBD-42B9-A31C-82BE9249858D}" presName="vertFlow" presStyleCnt="0"/>
      <dgm:spPr/>
    </dgm:pt>
    <dgm:pt modelId="{F99116A2-A4B4-4642-A6F6-02ABA81CB137}" type="pres">
      <dgm:prSet presAssocID="{65890967-7DBD-42B9-A31C-82BE9249858D}" presName="topSpace" presStyleCnt="0"/>
      <dgm:spPr/>
    </dgm:pt>
    <dgm:pt modelId="{E2C125BA-C2F1-4CBB-A965-D993C7BC324E}" type="pres">
      <dgm:prSet presAssocID="{65890967-7DBD-42B9-A31C-82BE9249858D}" presName="firstComp" presStyleCnt="0"/>
      <dgm:spPr/>
    </dgm:pt>
    <dgm:pt modelId="{7211FBA7-0AA5-4E13-948C-511FE31DE589}" type="pres">
      <dgm:prSet presAssocID="{65890967-7DBD-42B9-A31C-82BE9249858D}" presName="firstChild" presStyleLbl="bgAccFollowNode1" presStyleIdx="0" presStyleCnt="8" custScaleX="88968" custScaleY="177064" custLinFactX="14071" custLinFactNeighborX="100000" custLinFactNeighborY="2277"/>
      <dgm:spPr/>
    </dgm:pt>
    <dgm:pt modelId="{838C4A9E-242F-4152-A591-7AA4087F2F9C}" type="pres">
      <dgm:prSet presAssocID="{65890967-7DBD-42B9-A31C-82BE9249858D}" presName="firstChildTx" presStyleLbl="bgAccFollowNode1" presStyleIdx="0" presStyleCnt="8">
        <dgm:presLayoutVars>
          <dgm:bulletEnabled val="1"/>
        </dgm:presLayoutVars>
      </dgm:prSet>
      <dgm:spPr/>
    </dgm:pt>
    <dgm:pt modelId="{A2215FB4-668F-4913-9E1F-DA32FC5E3034}" type="pres">
      <dgm:prSet presAssocID="{2A23DDFF-7E6F-489F-9512-7C6D402D46F8}" presName="comp" presStyleCnt="0"/>
      <dgm:spPr/>
    </dgm:pt>
    <dgm:pt modelId="{0E7C9B8A-4D39-45FA-B812-E7ACD2A01DED}" type="pres">
      <dgm:prSet presAssocID="{2A23DDFF-7E6F-489F-9512-7C6D402D46F8}" presName="child" presStyleLbl="bgAccFollowNode1" presStyleIdx="1" presStyleCnt="8" custScaleX="100957" custScaleY="207121" custLinFactX="100000" custLinFactY="-74015" custLinFactNeighborX="107261" custLinFactNeighborY="-100000"/>
      <dgm:spPr/>
    </dgm:pt>
    <dgm:pt modelId="{53A56B91-B0CE-40B7-99CF-03A656691A8F}" type="pres">
      <dgm:prSet presAssocID="{2A23DDFF-7E6F-489F-9512-7C6D402D46F8}" presName="childTx" presStyleLbl="bgAccFollowNode1" presStyleIdx="1" presStyleCnt="8">
        <dgm:presLayoutVars>
          <dgm:bulletEnabled val="1"/>
        </dgm:presLayoutVars>
      </dgm:prSet>
      <dgm:spPr/>
    </dgm:pt>
    <dgm:pt modelId="{90EF543B-1B1B-48DC-8994-FFC0187FE341}" type="pres">
      <dgm:prSet presAssocID="{65890967-7DBD-42B9-A31C-82BE9249858D}" presName="negSpace" presStyleCnt="0"/>
      <dgm:spPr/>
    </dgm:pt>
    <dgm:pt modelId="{7348986B-72F2-494C-8AB6-9D52A3DFC1DD}" type="pres">
      <dgm:prSet presAssocID="{65890967-7DBD-42B9-A31C-82BE9249858D}" presName="circle" presStyleLbl="node1" presStyleIdx="0" presStyleCnt="4" custScaleX="79054" custScaleY="55331" custLinFactX="100000" custLinFactNeighborX="168141" custLinFactNeighborY="21504"/>
      <dgm:spPr/>
    </dgm:pt>
    <dgm:pt modelId="{D7C49CBE-807B-431C-9ED6-2F3687944A7A}" type="pres">
      <dgm:prSet presAssocID="{51724E48-7F2D-43A6-955C-DC709BD7A80F}" presName="transSpace" presStyleCnt="0"/>
      <dgm:spPr/>
    </dgm:pt>
    <dgm:pt modelId="{8A79F52D-0A49-4A03-B2EA-512F16A65E6A}" type="pres">
      <dgm:prSet presAssocID="{99D832C1-8F1A-4C0F-84B5-84EE22F246A2}" presName="posSpace" presStyleCnt="0"/>
      <dgm:spPr/>
    </dgm:pt>
    <dgm:pt modelId="{B095380E-99EE-40F1-9F52-16E98F6ADCD2}" type="pres">
      <dgm:prSet presAssocID="{99D832C1-8F1A-4C0F-84B5-84EE22F246A2}" presName="vertFlow" presStyleCnt="0"/>
      <dgm:spPr/>
    </dgm:pt>
    <dgm:pt modelId="{2595CCD5-F0C5-4042-A212-30ED1382BF32}" type="pres">
      <dgm:prSet presAssocID="{99D832C1-8F1A-4C0F-84B5-84EE22F246A2}" presName="topSpace" presStyleCnt="0"/>
      <dgm:spPr/>
    </dgm:pt>
    <dgm:pt modelId="{429C8828-86AD-426B-9B75-6C7CD802D5DB}" type="pres">
      <dgm:prSet presAssocID="{99D832C1-8F1A-4C0F-84B5-84EE22F246A2}" presName="firstComp" presStyleCnt="0"/>
      <dgm:spPr/>
    </dgm:pt>
    <dgm:pt modelId="{4E7008A4-DE0B-4D9C-87C9-AF320720F779}" type="pres">
      <dgm:prSet presAssocID="{99D832C1-8F1A-4C0F-84B5-84EE22F246A2}" presName="firstChild" presStyleLbl="bgAccFollowNode1" presStyleIdx="2" presStyleCnt="8" custScaleX="93269" custScaleY="76092" custLinFactX="-42660" custLinFactY="100000" custLinFactNeighborX="-100000" custLinFactNeighborY="181639"/>
      <dgm:spPr/>
    </dgm:pt>
    <dgm:pt modelId="{DE440BBB-9141-4BF5-843A-4BDB8BDFBC6A}" type="pres">
      <dgm:prSet presAssocID="{99D832C1-8F1A-4C0F-84B5-84EE22F246A2}" presName="firstChildTx" presStyleLbl="bgAccFollowNode1" presStyleIdx="2" presStyleCnt="8">
        <dgm:presLayoutVars>
          <dgm:bulletEnabled val="1"/>
        </dgm:presLayoutVars>
      </dgm:prSet>
      <dgm:spPr/>
    </dgm:pt>
    <dgm:pt modelId="{A4CDA116-AC00-4ABE-92B0-6583BAE50F49}" type="pres">
      <dgm:prSet presAssocID="{B5CCDB81-271B-45BB-ACA7-B4FC57E13A11}" presName="comp" presStyleCnt="0"/>
      <dgm:spPr/>
    </dgm:pt>
    <dgm:pt modelId="{543B2331-EC85-4B2C-B2DF-38C21FF78778}" type="pres">
      <dgm:prSet presAssocID="{B5CCDB81-271B-45BB-ACA7-B4FC57E13A11}" presName="child" presStyleLbl="bgAccFollowNode1" presStyleIdx="3" presStyleCnt="8" custScaleX="92015" custScaleY="92262" custLinFactX="-42796" custLinFactY="100000" custLinFactNeighborX="-100000" custLinFactNeighborY="179891"/>
      <dgm:spPr/>
    </dgm:pt>
    <dgm:pt modelId="{1E585AE8-2D1D-4FB4-86B0-A9AF31686B51}" type="pres">
      <dgm:prSet presAssocID="{B5CCDB81-271B-45BB-ACA7-B4FC57E13A11}" presName="childTx" presStyleLbl="bgAccFollowNode1" presStyleIdx="3" presStyleCnt="8">
        <dgm:presLayoutVars>
          <dgm:bulletEnabled val="1"/>
        </dgm:presLayoutVars>
      </dgm:prSet>
      <dgm:spPr/>
    </dgm:pt>
    <dgm:pt modelId="{0C5C3302-FCC9-4D75-90C8-05EF9F49D6E1}" type="pres">
      <dgm:prSet presAssocID="{99D832C1-8F1A-4C0F-84B5-84EE22F246A2}" presName="negSpace" presStyleCnt="0"/>
      <dgm:spPr/>
    </dgm:pt>
    <dgm:pt modelId="{6D749B0A-3D42-4BF1-B34A-5B29BA48040E}" type="pres">
      <dgm:prSet presAssocID="{99D832C1-8F1A-4C0F-84B5-84EE22F246A2}" presName="circle" presStyleLbl="node1" presStyleIdx="1" presStyleCnt="4" custScaleX="66923" custScaleY="45447" custLinFactY="108348" custLinFactNeighborX="-91354" custLinFactNeighborY="200000"/>
      <dgm:spPr/>
    </dgm:pt>
    <dgm:pt modelId="{C74A0E98-578B-4722-BD90-7B27E849A856}" type="pres">
      <dgm:prSet presAssocID="{A0E24D6D-0561-4810-BC0E-EC212DF68578}" presName="transSpace" presStyleCnt="0"/>
      <dgm:spPr/>
    </dgm:pt>
    <dgm:pt modelId="{4F3A4838-399D-47F8-B028-EB947F3F3CDE}" type="pres">
      <dgm:prSet presAssocID="{B015A753-0881-4E9A-A3A3-3BD918E9E4C0}" presName="posSpace" presStyleCnt="0"/>
      <dgm:spPr/>
    </dgm:pt>
    <dgm:pt modelId="{FE4D3B5D-3469-4FE1-AF27-C66218C7A450}" type="pres">
      <dgm:prSet presAssocID="{B015A753-0881-4E9A-A3A3-3BD918E9E4C0}" presName="vertFlow" presStyleCnt="0"/>
      <dgm:spPr/>
    </dgm:pt>
    <dgm:pt modelId="{F0D6862A-EC77-4AA8-A0EE-717E5D23D0F1}" type="pres">
      <dgm:prSet presAssocID="{B015A753-0881-4E9A-A3A3-3BD918E9E4C0}" presName="topSpace" presStyleCnt="0"/>
      <dgm:spPr/>
    </dgm:pt>
    <dgm:pt modelId="{D0D67722-37DA-4737-A9C8-127ABDE7F67C}" type="pres">
      <dgm:prSet presAssocID="{B015A753-0881-4E9A-A3A3-3BD918E9E4C0}" presName="firstComp" presStyleCnt="0"/>
      <dgm:spPr/>
    </dgm:pt>
    <dgm:pt modelId="{D7F38865-47CC-4DBD-A812-99EB2B5A684E}" type="pres">
      <dgm:prSet presAssocID="{B015A753-0881-4E9A-A3A3-3BD918E9E4C0}" presName="firstChild" presStyleLbl="bgAccFollowNode1" presStyleIdx="4" presStyleCnt="8" custScaleX="124777" custScaleY="320538" custLinFactX="-31918" custLinFactY="100000" custLinFactNeighborX="-100000" custLinFactNeighborY="146014"/>
      <dgm:spPr/>
    </dgm:pt>
    <dgm:pt modelId="{100D9574-46C1-4675-ABE0-A3E6FF31F707}" type="pres">
      <dgm:prSet presAssocID="{B015A753-0881-4E9A-A3A3-3BD918E9E4C0}" presName="firstChildTx" presStyleLbl="bgAccFollowNode1" presStyleIdx="4" presStyleCnt="8">
        <dgm:presLayoutVars>
          <dgm:bulletEnabled val="1"/>
        </dgm:presLayoutVars>
      </dgm:prSet>
      <dgm:spPr/>
    </dgm:pt>
    <dgm:pt modelId="{C5A463F4-72C8-48DF-B2FD-1C86AB2E55EA}" type="pres">
      <dgm:prSet presAssocID="{9F2ACBF0-FD73-4D25-B8F3-08E81A1CBA0D}" presName="comp" presStyleCnt="0"/>
      <dgm:spPr/>
    </dgm:pt>
    <dgm:pt modelId="{C3D7F341-1E68-4C87-B627-BDC08819BAD8}" type="pres">
      <dgm:prSet presAssocID="{9F2ACBF0-FD73-4D25-B8F3-08E81A1CBA0D}" presName="child" presStyleLbl="bgAccFollowNode1" presStyleIdx="5" presStyleCnt="8" custScaleX="117016" custScaleY="317626" custLinFactNeighborX="-10530" custLinFactNeighborY="-70085"/>
      <dgm:spPr/>
    </dgm:pt>
    <dgm:pt modelId="{05DD4F3A-0501-4124-8816-DB6D0ECA67D6}" type="pres">
      <dgm:prSet presAssocID="{9F2ACBF0-FD73-4D25-B8F3-08E81A1CBA0D}" presName="childTx" presStyleLbl="bgAccFollowNode1" presStyleIdx="5" presStyleCnt="8">
        <dgm:presLayoutVars>
          <dgm:bulletEnabled val="1"/>
        </dgm:presLayoutVars>
      </dgm:prSet>
      <dgm:spPr/>
    </dgm:pt>
    <dgm:pt modelId="{0E050D26-03A8-4A0B-AFA1-448EF30EED29}" type="pres">
      <dgm:prSet presAssocID="{B015A753-0881-4E9A-A3A3-3BD918E9E4C0}" presName="negSpace" presStyleCnt="0"/>
      <dgm:spPr/>
    </dgm:pt>
    <dgm:pt modelId="{6D772838-B624-4D70-A227-541850D13D2D}" type="pres">
      <dgm:prSet presAssocID="{B015A753-0881-4E9A-A3A3-3BD918E9E4C0}" presName="circle" presStyleLbl="node1" presStyleIdx="2" presStyleCnt="4" custScaleX="89266" custScaleY="52088" custLinFactY="100000" custLinFactNeighborX="-39777" custLinFactNeighborY="161057"/>
      <dgm:spPr/>
    </dgm:pt>
    <dgm:pt modelId="{0B6F89BC-5998-4ED1-883D-9F89018CD7F4}" type="pres">
      <dgm:prSet presAssocID="{1E91B079-3989-4172-8DF1-8F6B17590331}" presName="transSpace" presStyleCnt="0"/>
      <dgm:spPr/>
    </dgm:pt>
    <dgm:pt modelId="{AE250B29-2018-4FF5-AA15-C31BC1715EC8}" type="pres">
      <dgm:prSet presAssocID="{255CD09E-ECB9-4796-8A85-BB30F967CECF}" presName="posSpace" presStyleCnt="0"/>
      <dgm:spPr/>
    </dgm:pt>
    <dgm:pt modelId="{DFBA9D96-D239-4861-99E8-2505D684D147}" type="pres">
      <dgm:prSet presAssocID="{255CD09E-ECB9-4796-8A85-BB30F967CECF}" presName="vertFlow" presStyleCnt="0"/>
      <dgm:spPr/>
    </dgm:pt>
    <dgm:pt modelId="{909343A1-0EEB-4C74-844D-7C28DCCBF8B4}" type="pres">
      <dgm:prSet presAssocID="{255CD09E-ECB9-4796-8A85-BB30F967CECF}" presName="topSpace" presStyleCnt="0"/>
      <dgm:spPr/>
    </dgm:pt>
    <dgm:pt modelId="{F850011E-86ED-4C50-94EC-C5E44CF6A703}" type="pres">
      <dgm:prSet presAssocID="{255CD09E-ECB9-4796-8A85-BB30F967CECF}" presName="firstComp" presStyleCnt="0"/>
      <dgm:spPr/>
    </dgm:pt>
    <dgm:pt modelId="{072028D5-C8EC-400E-A1A1-9A6167A0E38D}" type="pres">
      <dgm:prSet presAssocID="{255CD09E-ECB9-4796-8A85-BB30F967CECF}" presName="firstChild" presStyleLbl="bgAccFollowNode1" presStyleIdx="6" presStyleCnt="8" custScaleY="140654" custLinFactX="-208964" custLinFactNeighborX="-300000" custLinFactNeighborY="43710"/>
      <dgm:spPr/>
    </dgm:pt>
    <dgm:pt modelId="{0ED25C1C-8C7C-4320-92B4-68FBDAF335DF}" type="pres">
      <dgm:prSet presAssocID="{255CD09E-ECB9-4796-8A85-BB30F967CECF}" presName="firstChildTx" presStyleLbl="bgAccFollowNode1" presStyleIdx="6" presStyleCnt="8">
        <dgm:presLayoutVars>
          <dgm:bulletEnabled val="1"/>
        </dgm:presLayoutVars>
      </dgm:prSet>
      <dgm:spPr/>
    </dgm:pt>
    <dgm:pt modelId="{F14F1B39-09E7-49A7-BA3A-5C25B4E21004}" type="pres">
      <dgm:prSet presAssocID="{A3A519AA-258C-4A5D-BD5D-8E4F86B8C319}" presName="comp" presStyleCnt="0"/>
      <dgm:spPr/>
    </dgm:pt>
    <dgm:pt modelId="{B4E345D9-CD87-487B-BFE0-2742F8D750D4}" type="pres">
      <dgm:prSet presAssocID="{A3A519AA-258C-4A5D-BD5D-8E4F86B8C319}" presName="child" presStyleLbl="bgAccFollowNode1" presStyleIdx="7" presStyleCnt="8" custScaleY="78666" custLinFactX="-209557" custLinFactNeighborX="-300000" custLinFactNeighborY="42528"/>
      <dgm:spPr/>
    </dgm:pt>
    <dgm:pt modelId="{ADE9C85F-BB17-45DF-87AE-A3BE79B4CCA3}" type="pres">
      <dgm:prSet presAssocID="{A3A519AA-258C-4A5D-BD5D-8E4F86B8C319}" presName="childTx" presStyleLbl="bgAccFollowNode1" presStyleIdx="7" presStyleCnt="8">
        <dgm:presLayoutVars>
          <dgm:bulletEnabled val="1"/>
        </dgm:presLayoutVars>
      </dgm:prSet>
      <dgm:spPr/>
    </dgm:pt>
    <dgm:pt modelId="{CC2563B1-9D85-45DF-B62D-64B6D526F71C}" type="pres">
      <dgm:prSet presAssocID="{255CD09E-ECB9-4796-8A85-BB30F967CECF}" presName="negSpace" presStyleCnt="0"/>
      <dgm:spPr/>
    </dgm:pt>
    <dgm:pt modelId="{E8EACC43-FA23-428E-BEE4-AC7E88315A5A}" type="pres">
      <dgm:prSet presAssocID="{255CD09E-ECB9-4796-8A85-BB30F967CECF}" presName="circle" presStyleLbl="node1" presStyleIdx="3" presStyleCnt="4" custScaleY="50684" custLinFactX="-200000" custLinFactNeighborX="-247592" custLinFactNeighborY="68647"/>
      <dgm:spPr/>
    </dgm:pt>
  </dgm:ptLst>
  <dgm:cxnLst>
    <dgm:cxn modelId="{A71E2506-C232-421A-A21C-DAB0A23A593D}" type="presOf" srcId="{3BC500B4-2709-4CF3-A3F1-339CA7E11E35}" destId="{0ED25C1C-8C7C-4320-92B4-68FBDAF335DF}" srcOrd="1" destOrd="0" presId="urn:microsoft.com/office/officeart/2005/8/layout/hList9"/>
    <dgm:cxn modelId="{CFCA7017-1407-4691-BC56-269456759EB3}" type="presOf" srcId="{A3A519AA-258C-4A5D-BD5D-8E4F86B8C319}" destId="{ADE9C85F-BB17-45DF-87AE-A3BE79B4CCA3}" srcOrd="1" destOrd="0" presId="urn:microsoft.com/office/officeart/2005/8/layout/hList9"/>
    <dgm:cxn modelId="{C85D5924-F9C6-4703-98F9-D40351EDF018}" type="presOf" srcId="{5AE0841C-DBB5-4935-A463-2503809BD2F9}" destId="{4E7008A4-DE0B-4D9C-87C9-AF320720F779}" srcOrd="0" destOrd="0" presId="urn:microsoft.com/office/officeart/2005/8/layout/hList9"/>
    <dgm:cxn modelId="{59871A29-0D08-46FC-9B7F-AA6A0E80E11B}" srcId="{B015A753-0881-4E9A-A3A3-3BD918E9E4C0}" destId="{4FE342AF-DAD6-4BBF-B3B1-675BB7959F6D}" srcOrd="0" destOrd="0" parTransId="{76E63BE3-AD64-445E-9957-950C98308DAC}" sibTransId="{95873583-BBFA-40AE-9A6B-ED7A706A5DB0}"/>
    <dgm:cxn modelId="{5834022A-8544-4100-9512-64C3B4AFB8B6}" type="presOf" srcId="{B5CCDB81-271B-45BB-ACA7-B4FC57E13A11}" destId="{543B2331-EC85-4B2C-B2DF-38C21FF78778}" srcOrd="0" destOrd="0" presId="urn:microsoft.com/office/officeart/2005/8/layout/hList9"/>
    <dgm:cxn modelId="{F81AD02A-5472-42EE-A405-FF1D3013F783}" srcId="{255CD09E-ECB9-4796-8A85-BB30F967CECF}" destId="{A3A519AA-258C-4A5D-BD5D-8E4F86B8C319}" srcOrd="1" destOrd="0" parTransId="{7F939DEE-A88F-4756-8C13-D276D469178C}" sibTransId="{D6C6CF3A-AFCE-4988-B58A-09B7854654B9}"/>
    <dgm:cxn modelId="{01B1B434-D151-445C-8F3F-49997D4476E9}" type="presOf" srcId="{2D34F0AB-E24B-4D9C-85CD-AC2041AB00BF}" destId="{838C4A9E-242F-4152-A591-7AA4087F2F9C}" srcOrd="1" destOrd="0" presId="urn:microsoft.com/office/officeart/2005/8/layout/hList9"/>
    <dgm:cxn modelId="{F028DF34-BD71-4038-A8F7-DFDB9997F31E}" type="presOf" srcId="{9F2ACBF0-FD73-4D25-B8F3-08E81A1CBA0D}" destId="{C3D7F341-1E68-4C87-B627-BDC08819BAD8}" srcOrd="0" destOrd="0" presId="urn:microsoft.com/office/officeart/2005/8/layout/hList9"/>
    <dgm:cxn modelId="{B080295B-729C-43B2-B643-C2501B5946D3}" type="presOf" srcId="{99D832C1-8F1A-4C0F-84B5-84EE22F246A2}" destId="{6D749B0A-3D42-4BF1-B34A-5B29BA48040E}" srcOrd="0" destOrd="0" presId="urn:microsoft.com/office/officeart/2005/8/layout/hList9"/>
    <dgm:cxn modelId="{A7AB335F-6E97-4294-937F-6BF8D2DB2D9B}" srcId="{99D832C1-8F1A-4C0F-84B5-84EE22F246A2}" destId="{5AE0841C-DBB5-4935-A463-2503809BD2F9}" srcOrd="0" destOrd="0" parTransId="{0ED0D4CC-7381-452C-90F5-9008C09BD2EC}" sibTransId="{9FFBE036-052D-4897-B05D-CC0945AB211C}"/>
    <dgm:cxn modelId="{6C1A5A41-01DF-453B-9F04-078ABBC080F1}" type="presOf" srcId="{255CD09E-ECB9-4796-8A85-BB30F967CECF}" destId="{E8EACC43-FA23-428E-BEE4-AC7E88315A5A}" srcOrd="0" destOrd="0" presId="urn:microsoft.com/office/officeart/2005/8/layout/hList9"/>
    <dgm:cxn modelId="{4C3FDC64-E266-4778-9314-FA096CC071BD}" srcId="{02035156-0777-4C12-A3F2-E85B408E8AAC}" destId="{99D832C1-8F1A-4C0F-84B5-84EE22F246A2}" srcOrd="1" destOrd="0" parTransId="{63544490-6553-45B4-965D-A30177581F9E}" sibTransId="{A0E24D6D-0561-4810-BC0E-EC212DF68578}"/>
    <dgm:cxn modelId="{20F63665-01A2-4528-B39C-B67C62AC6421}" type="presOf" srcId="{2D34F0AB-E24B-4D9C-85CD-AC2041AB00BF}" destId="{7211FBA7-0AA5-4E13-948C-511FE31DE589}" srcOrd="0" destOrd="0" presId="urn:microsoft.com/office/officeart/2005/8/layout/hList9"/>
    <dgm:cxn modelId="{B062FC66-3D60-43D9-89C8-DDE040692343}" srcId="{02035156-0777-4C12-A3F2-E85B408E8AAC}" destId="{255CD09E-ECB9-4796-8A85-BB30F967CECF}" srcOrd="3" destOrd="0" parTransId="{0B53FE4D-9548-46FE-B39B-0AF6868CF489}" sibTransId="{C8A9549A-906A-4730-BEED-93718B835583}"/>
    <dgm:cxn modelId="{9678AB68-1B8A-4798-AA98-C9F6B4E12DE7}" type="presOf" srcId="{A3A519AA-258C-4A5D-BD5D-8E4F86B8C319}" destId="{B4E345D9-CD87-487B-BFE0-2742F8D750D4}" srcOrd="0" destOrd="0" presId="urn:microsoft.com/office/officeart/2005/8/layout/hList9"/>
    <dgm:cxn modelId="{26579B7B-1D42-4109-8CF2-A6BEFB026ADD}" srcId="{99D832C1-8F1A-4C0F-84B5-84EE22F246A2}" destId="{B5CCDB81-271B-45BB-ACA7-B4FC57E13A11}" srcOrd="1" destOrd="0" parTransId="{89A09463-C91C-4000-90BA-FF666D7AC735}" sibTransId="{81DCC287-D651-4095-984E-5AEF6E26878B}"/>
    <dgm:cxn modelId="{E0AC639E-3E58-4EF6-B783-F1B9C70F5650}" type="presOf" srcId="{3BC500B4-2709-4CF3-A3F1-339CA7E11E35}" destId="{072028D5-C8EC-400E-A1A1-9A6167A0E38D}" srcOrd="0" destOrd="0" presId="urn:microsoft.com/office/officeart/2005/8/layout/hList9"/>
    <dgm:cxn modelId="{7858A89F-B7C5-4D11-90C0-6DA6A323025B}" type="presOf" srcId="{5AE0841C-DBB5-4935-A463-2503809BD2F9}" destId="{DE440BBB-9141-4BF5-843A-4BDB8BDFBC6A}" srcOrd="1" destOrd="0" presId="urn:microsoft.com/office/officeart/2005/8/layout/hList9"/>
    <dgm:cxn modelId="{DCBCB1A5-C829-4540-AD45-64FDB6CC4D2C}" srcId="{65890967-7DBD-42B9-A31C-82BE9249858D}" destId="{2A23DDFF-7E6F-489F-9512-7C6D402D46F8}" srcOrd="1" destOrd="0" parTransId="{8CD46E27-699C-4AC6-B274-D373F8531422}" sibTransId="{D1D717DC-921B-4D21-8EC7-B20118F0A8ED}"/>
    <dgm:cxn modelId="{246CBFA6-4A25-4C3A-9274-078DFE6853C2}" type="presOf" srcId="{2A23DDFF-7E6F-489F-9512-7C6D402D46F8}" destId="{53A56B91-B0CE-40B7-99CF-03A656691A8F}" srcOrd="1" destOrd="0" presId="urn:microsoft.com/office/officeart/2005/8/layout/hList9"/>
    <dgm:cxn modelId="{DB22A2BC-70B0-4D87-85CA-148D2CA75C08}" type="presOf" srcId="{B015A753-0881-4E9A-A3A3-3BD918E9E4C0}" destId="{6D772838-B624-4D70-A227-541850D13D2D}" srcOrd="0" destOrd="0" presId="urn:microsoft.com/office/officeart/2005/8/layout/hList9"/>
    <dgm:cxn modelId="{A4F74AC0-4D79-459E-8DE4-04F0C9524000}" srcId="{02035156-0777-4C12-A3F2-E85B408E8AAC}" destId="{B015A753-0881-4E9A-A3A3-3BD918E9E4C0}" srcOrd="2" destOrd="0" parTransId="{FDE514CB-0493-42D2-BAB4-5623B22F6C8F}" sibTransId="{1E91B079-3989-4172-8DF1-8F6B17590331}"/>
    <dgm:cxn modelId="{0DD485CC-5E50-4352-BEBE-140042607EEC}" type="presOf" srcId="{B5CCDB81-271B-45BB-ACA7-B4FC57E13A11}" destId="{1E585AE8-2D1D-4FB4-86B0-A9AF31686B51}" srcOrd="1" destOrd="0" presId="urn:microsoft.com/office/officeart/2005/8/layout/hList9"/>
    <dgm:cxn modelId="{2C896FCF-1AE9-40AC-9FEE-9FAA685AB75E}" type="presOf" srcId="{4FE342AF-DAD6-4BBF-B3B1-675BB7959F6D}" destId="{D7F38865-47CC-4DBD-A812-99EB2B5A684E}" srcOrd="0" destOrd="0" presId="urn:microsoft.com/office/officeart/2005/8/layout/hList9"/>
    <dgm:cxn modelId="{FA2429DE-25BD-4F1A-80DD-5AE24B4AF287}" type="presOf" srcId="{02035156-0777-4C12-A3F2-E85B408E8AAC}" destId="{BC8DD2E5-0A1B-4438-9DCE-E13362262BBE}" srcOrd="0" destOrd="0" presId="urn:microsoft.com/office/officeart/2005/8/layout/hList9"/>
    <dgm:cxn modelId="{9960F6E0-E54C-483A-85F5-B0AEF46CE0C1}" srcId="{B015A753-0881-4E9A-A3A3-3BD918E9E4C0}" destId="{9F2ACBF0-FD73-4D25-B8F3-08E81A1CBA0D}" srcOrd="1" destOrd="0" parTransId="{88FEF130-BA10-4BF8-B41D-C212D7BC8176}" sibTransId="{733713C4-395A-4B44-9B42-8BE95F07498C}"/>
    <dgm:cxn modelId="{2F52A5E8-D490-42FA-B398-3D2ACDFA7CF3}" type="presOf" srcId="{65890967-7DBD-42B9-A31C-82BE9249858D}" destId="{7348986B-72F2-494C-8AB6-9D52A3DFC1DD}" srcOrd="0" destOrd="0" presId="urn:microsoft.com/office/officeart/2005/8/layout/hList9"/>
    <dgm:cxn modelId="{5BE1E3E9-24AF-4CF7-9C76-9B1BC9DB9D8B}" srcId="{02035156-0777-4C12-A3F2-E85B408E8AAC}" destId="{65890967-7DBD-42B9-A31C-82BE9249858D}" srcOrd="0" destOrd="0" parTransId="{2A494406-D28B-4524-B7F0-7DAC7CF7708B}" sibTransId="{51724E48-7F2D-43A6-955C-DC709BD7A80F}"/>
    <dgm:cxn modelId="{475072EE-E4E8-4EF9-BAFF-3575AE757F92}" type="presOf" srcId="{9F2ACBF0-FD73-4D25-B8F3-08E81A1CBA0D}" destId="{05DD4F3A-0501-4124-8816-DB6D0ECA67D6}" srcOrd="1" destOrd="0" presId="urn:microsoft.com/office/officeart/2005/8/layout/hList9"/>
    <dgm:cxn modelId="{DAC37EF2-60E0-45DD-B685-F57FD2F7709E}" type="presOf" srcId="{4FE342AF-DAD6-4BBF-B3B1-675BB7959F6D}" destId="{100D9574-46C1-4675-ABE0-A3E6FF31F707}" srcOrd="1" destOrd="0" presId="urn:microsoft.com/office/officeart/2005/8/layout/hList9"/>
    <dgm:cxn modelId="{D5FC00F3-FD09-4889-94A7-BED6D2582A11}" srcId="{65890967-7DBD-42B9-A31C-82BE9249858D}" destId="{2D34F0AB-E24B-4D9C-85CD-AC2041AB00BF}" srcOrd="0" destOrd="0" parTransId="{D650C061-80D2-4C05-879E-8C1F013E7D2F}" sibTransId="{9E6DC512-046C-46D1-B3E8-D27D47B6A64D}"/>
    <dgm:cxn modelId="{E54910F4-B65E-4BFC-94EC-C3C45B40FF60}" type="presOf" srcId="{2A23DDFF-7E6F-489F-9512-7C6D402D46F8}" destId="{0E7C9B8A-4D39-45FA-B812-E7ACD2A01DED}" srcOrd="0" destOrd="0" presId="urn:microsoft.com/office/officeart/2005/8/layout/hList9"/>
    <dgm:cxn modelId="{B1CF2DF7-931D-4E54-8A9B-23832C8ED56B}" srcId="{255CD09E-ECB9-4796-8A85-BB30F967CECF}" destId="{3BC500B4-2709-4CF3-A3F1-339CA7E11E35}" srcOrd="0" destOrd="0" parTransId="{FD9C7FEE-6A80-4CD8-8E22-293735C84A21}" sibTransId="{83A143A9-29EE-4F07-80B2-FC0D47FC83DB}"/>
    <dgm:cxn modelId="{BD59AEAD-8274-44F1-B05C-2D9877AE235F}" type="presParOf" srcId="{BC8DD2E5-0A1B-4438-9DCE-E13362262BBE}" destId="{5518F2A4-0AAB-451F-B280-B330355A7C20}" srcOrd="0" destOrd="0" presId="urn:microsoft.com/office/officeart/2005/8/layout/hList9"/>
    <dgm:cxn modelId="{36E3EF27-B08B-446B-ABB2-6C520E7D267E}" type="presParOf" srcId="{BC8DD2E5-0A1B-4438-9DCE-E13362262BBE}" destId="{88E79FAF-D733-41DD-930C-35AFE19B4906}" srcOrd="1" destOrd="0" presId="urn:microsoft.com/office/officeart/2005/8/layout/hList9"/>
    <dgm:cxn modelId="{89E5A256-4A9E-416E-8E3B-E7083FB64EFE}" type="presParOf" srcId="{88E79FAF-D733-41DD-930C-35AFE19B4906}" destId="{F99116A2-A4B4-4642-A6F6-02ABA81CB137}" srcOrd="0" destOrd="0" presId="urn:microsoft.com/office/officeart/2005/8/layout/hList9"/>
    <dgm:cxn modelId="{4566C2AF-C765-4039-8868-91A3245031BA}" type="presParOf" srcId="{88E79FAF-D733-41DD-930C-35AFE19B4906}" destId="{E2C125BA-C2F1-4CBB-A965-D993C7BC324E}" srcOrd="1" destOrd="0" presId="urn:microsoft.com/office/officeart/2005/8/layout/hList9"/>
    <dgm:cxn modelId="{6886F49B-9CAF-43BC-B83D-640B8817F092}" type="presParOf" srcId="{E2C125BA-C2F1-4CBB-A965-D993C7BC324E}" destId="{7211FBA7-0AA5-4E13-948C-511FE31DE589}" srcOrd="0" destOrd="0" presId="urn:microsoft.com/office/officeart/2005/8/layout/hList9"/>
    <dgm:cxn modelId="{D480A602-6809-4454-BBB3-079F50B73B3F}" type="presParOf" srcId="{E2C125BA-C2F1-4CBB-A965-D993C7BC324E}" destId="{838C4A9E-242F-4152-A591-7AA4087F2F9C}" srcOrd="1" destOrd="0" presId="urn:microsoft.com/office/officeart/2005/8/layout/hList9"/>
    <dgm:cxn modelId="{23F0AD71-4959-457A-AED6-3C37C04BF016}" type="presParOf" srcId="{88E79FAF-D733-41DD-930C-35AFE19B4906}" destId="{A2215FB4-668F-4913-9E1F-DA32FC5E3034}" srcOrd="2" destOrd="0" presId="urn:microsoft.com/office/officeart/2005/8/layout/hList9"/>
    <dgm:cxn modelId="{E1F4CD85-F539-4B86-8423-29B104689B33}" type="presParOf" srcId="{A2215FB4-668F-4913-9E1F-DA32FC5E3034}" destId="{0E7C9B8A-4D39-45FA-B812-E7ACD2A01DED}" srcOrd="0" destOrd="0" presId="urn:microsoft.com/office/officeart/2005/8/layout/hList9"/>
    <dgm:cxn modelId="{60228417-C9C6-4157-A06D-89AE9DAD0D42}" type="presParOf" srcId="{A2215FB4-668F-4913-9E1F-DA32FC5E3034}" destId="{53A56B91-B0CE-40B7-99CF-03A656691A8F}" srcOrd="1" destOrd="0" presId="urn:microsoft.com/office/officeart/2005/8/layout/hList9"/>
    <dgm:cxn modelId="{DA2817A0-A99A-4AED-9F9C-5642E8CFD57E}" type="presParOf" srcId="{BC8DD2E5-0A1B-4438-9DCE-E13362262BBE}" destId="{90EF543B-1B1B-48DC-8994-FFC0187FE341}" srcOrd="2" destOrd="0" presId="urn:microsoft.com/office/officeart/2005/8/layout/hList9"/>
    <dgm:cxn modelId="{21829CEC-F918-4671-875C-72A972C6AA03}" type="presParOf" srcId="{BC8DD2E5-0A1B-4438-9DCE-E13362262BBE}" destId="{7348986B-72F2-494C-8AB6-9D52A3DFC1DD}" srcOrd="3" destOrd="0" presId="urn:microsoft.com/office/officeart/2005/8/layout/hList9"/>
    <dgm:cxn modelId="{B377F5D1-0572-49F9-B2E2-80FEB26D336A}" type="presParOf" srcId="{BC8DD2E5-0A1B-4438-9DCE-E13362262BBE}" destId="{D7C49CBE-807B-431C-9ED6-2F3687944A7A}" srcOrd="4" destOrd="0" presId="urn:microsoft.com/office/officeart/2005/8/layout/hList9"/>
    <dgm:cxn modelId="{8B967BA9-1991-4880-A51D-1F4D7D1AAACF}" type="presParOf" srcId="{BC8DD2E5-0A1B-4438-9DCE-E13362262BBE}" destId="{8A79F52D-0A49-4A03-B2EA-512F16A65E6A}" srcOrd="5" destOrd="0" presId="urn:microsoft.com/office/officeart/2005/8/layout/hList9"/>
    <dgm:cxn modelId="{C08ED256-696E-4276-8540-4D8184F17D1F}" type="presParOf" srcId="{BC8DD2E5-0A1B-4438-9DCE-E13362262BBE}" destId="{B095380E-99EE-40F1-9F52-16E98F6ADCD2}" srcOrd="6" destOrd="0" presId="urn:microsoft.com/office/officeart/2005/8/layout/hList9"/>
    <dgm:cxn modelId="{B95F9EC3-8E75-463D-A7A8-8117A4FA5FED}" type="presParOf" srcId="{B095380E-99EE-40F1-9F52-16E98F6ADCD2}" destId="{2595CCD5-F0C5-4042-A212-30ED1382BF32}" srcOrd="0" destOrd="0" presId="urn:microsoft.com/office/officeart/2005/8/layout/hList9"/>
    <dgm:cxn modelId="{EC28474F-A0FA-4B71-B8F1-01403543C5C9}" type="presParOf" srcId="{B095380E-99EE-40F1-9F52-16E98F6ADCD2}" destId="{429C8828-86AD-426B-9B75-6C7CD802D5DB}" srcOrd="1" destOrd="0" presId="urn:microsoft.com/office/officeart/2005/8/layout/hList9"/>
    <dgm:cxn modelId="{8F605BF3-5CE9-4670-A522-95105283DDE8}" type="presParOf" srcId="{429C8828-86AD-426B-9B75-6C7CD802D5DB}" destId="{4E7008A4-DE0B-4D9C-87C9-AF320720F779}" srcOrd="0" destOrd="0" presId="urn:microsoft.com/office/officeart/2005/8/layout/hList9"/>
    <dgm:cxn modelId="{FA1EDD5D-8D23-41E9-A002-6D7BBC6925C2}" type="presParOf" srcId="{429C8828-86AD-426B-9B75-6C7CD802D5DB}" destId="{DE440BBB-9141-4BF5-843A-4BDB8BDFBC6A}" srcOrd="1" destOrd="0" presId="urn:microsoft.com/office/officeart/2005/8/layout/hList9"/>
    <dgm:cxn modelId="{796A45D6-AB7A-4247-8E2E-D28E7363274E}" type="presParOf" srcId="{B095380E-99EE-40F1-9F52-16E98F6ADCD2}" destId="{A4CDA116-AC00-4ABE-92B0-6583BAE50F49}" srcOrd="2" destOrd="0" presId="urn:microsoft.com/office/officeart/2005/8/layout/hList9"/>
    <dgm:cxn modelId="{C7024178-5D3B-4773-8754-4F7FED8CC59B}" type="presParOf" srcId="{A4CDA116-AC00-4ABE-92B0-6583BAE50F49}" destId="{543B2331-EC85-4B2C-B2DF-38C21FF78778}" srcOrd="0" destOrd="0" presId="urn:microsoft.com/office/officeart/2005/8/layout/hList9"/>
    <dgm:cxn modelId="{95F0EBC3-339F-45ED-B224-72459FBE3B9F}" type="presParOf" srcId="{A4CDA116-AC00-4ABE-92B0-6583BAE50F49}" destId="{1E585AE8-2D1D-4FB4-86B0-A9AF31686B51}" srcOrd="1" destOrd="0" presId="urn:microsoft.com/office/officeart/2005/8/layout/hList9"/>
    <dgm:cxn modelId="{1D2AD1DE-7256-4D8B-A5DB-CA5DAEB7CB9C}" type="presParOf" srcId="{BC8DD2E5-0A1B-4438-9DCE-E13362262BBE}" destId="{0C5C3302-FCC9-4D75-90C8-05EF9F49D6E1}" srcOrd="7" destOrd="0" presId="urn:microsoft.com/office/officeart/2005/8/layout/hList9"/>
    <dgm:cxn modelId="{2C6606C9-7B27-44B6-B0C1-1580E98E6EE9}" type="presParOf" srcId="{BC8DD2E5-0A1B-4438-9DCE-E13362262BBE}" destId="{6D749B0A-3D42-4BF1-B34A-5B29BA48040E}" srcOrd="8" destOrd="0" presId="urn:microsoft.com/office/officeart/2005/8/layout/hList9"/>
    <dgm:cxn modelId="{4CBCDE70-8172-47B5-94EE-EE80EFE3C64B}" type="presParOf" srcId="{BC8DD2E5-0A1B-4438-9DCE-E13362262BBE}" destId="{C74A0E98-578B-4722-BD90-7B27E849A856}" srcOrd="9" destOrd="0" presId="urn:microsoft.com/office/officeart/2005/8/layout/hList9"/>
    <dgm:cxn modelId="{AB4488E2-B8E4-43E0-8D5E-2618E855F312}" type="presParOf" srcId="{BC8DD2E5-0A1B-4438-9DCE-E13362262BBE}" destId="{4F3A4838-399D-47F8-B028-EB947F3F3CDE}" srcOrd="10" destOrd="0" presId="urn:microsoft.com/office/officeart/2005/8/layout/hList9"/>
    <dgm:cxn modelId="{1C5920DD-FC69-4F6D-ABFA-285AE8B3FBD3}" type="presParOf" srcId="{BC8DD2E5-0A1B-4438-9DCE-E13362262BBE}" destId="{FE4D3B5D-3469-4FE1-AF27-C66218C7A450}" srcOrd="11" destOrd="0" presId="urn:microsoft.com/office/officeart/2005/8/layout/hList9"/>
    <dgm:cxn modelId="{388E3438-2E02-453C-B6C8-6764150D5A34}" type="presParOf" srcId="{FE4D3B5D-3469-4FE1-AF27-C66218C7A450}" destId="{F0D6862A-EC77-4AA8-A0EE-717E5D23D0F1}" srcOrd="0" destOrd="0" presId="urn:microsoft.com/office/officeart/2005/8/layout/hList9"/>
    <dgm:cxn modelId="{45E687B4-AD10-4C2D-8922-D74B9D8F5B97}" type="presParOf" srcId="{FE4D3B5D-3469-4FE1-AF27-C66218C7A450}" destId="{D0D67722-37DA-4737-A9C8-127ABDE7F67C}" srcOrd="1" destOrd="0" presId="urn:microsoft.com/office/officeart/2005/8/layout/hList9"/>
    <dgm:cxn modelId="{9CAC200A-3713-43F7-921F-5F2190755FCA}" type="presParOf" srcId="{D0D67722-37DA-4737-A9C8-127ABDE7F67C}" destId="{D7F38865-47CC-4DBD-A812-99EB2B5A684E}" srcOrd="0" destOrd="0" presId="urn:microsoft.com/office/officeart/2005/8/layout/hList9"/>
    <dgm:cxn modelId="{52336D51-5289-44B1-9570-F57604E8B8E6}" type="presParOf" srcId="{D0D67722-37DA-4737-A9C8-127ABDE7F67C}" destId="{100D9574-46C1-4675-ABE0-A3E6FF31F707}" srcOrd="1" destOrd="0" presId="urn:microsoft.com/office/officeart/2005/8/layout/hList9"/>
    <dgm:cxn modelId="{4D465460-C17A-4F89-92B9-B38BAB99718F}" type="presParOf" srcId="{FE4D3B5D-3469-4FE1-AF27-C66218C7A450}" destId="{C5A463F4-72C8-48DF-B2FD-1C86AB2E55EA}" srcOrd="2" destOrd="0" presId="urn:microsoft.com/office/officeart/2005/8/layout/hList9"/>
    <dgm:cxn modelId="{A6BC4E2B-E45C-4945-BAED-F560D591B081}" type="presParOf" srcId="{C5A463F4-72C8-48DF-B2FD-1C86AB2E55EA}" destId="{C3D7F341-1E68-4C87-B627-BDC08819BAD8}" srcOrd="0" destOrd="0" presId="urn:microsoft.com/office/officeart/2005/8/layout/hList9"/>
    <dgm:cxn modelId="{EF60AF92-7074-4777-8C64-AB2C4E7C659E}" type="presParOf" srcId="{C5A463F4-72C8-48DF-B2FD-1C86AB2E55EA}" destId="{05DD4F3A-0501-4124-8816-DB6D0ECA67D6}" srcOrd="1" destOrd="0" presId="urn:microsoft.com/office/officeart/2005/8/layout/hList9"/>
    <dgm:cxn modelId="{948D210A-B411-494D-8C42-8E904308F9E1}" type="presParOf" srcId="{BC8DD2E5-0A1B-4438-9DCE-E13362262BBE}" destId="{0E050D26-03A8-4A0B-AFA1-448EF30EED29}" srcOrd="12" destOrd="0" presId="urn:microsoft.com/office/officeart/2005/8/layout/hList9"/>
    <dgm:cxn modelId="{292F31A0-F2D1-42D2-B459-B6133F37A607}" type="presParOf" srcId="{BC8DD2E5-0A1B-4438-9DCE-E13362262BBE}" destId="{6D772838-B624-4D70-A227-541850D13D2D}" srcOrd="13" destOrd="0" presId="urn:microsoft.com/office/officeart/2005/8/layout/hList9"/>
    <dgm:cxn modelId="{63EB5C84-AF62-4E31-9E52-B3018E629882}" type="presParOf" srcId="{BC8DD2E5-0A1B-4438-9DCE-E13362262BBE}" destId="{0B6F89BC-5998-4ED1-883D-9F89018CD7F4}" srcOrd="14" destOrd="0" presId="urn:microsoft.com/office/officeart/2005/8/layout/hList9"/>
    <dgm:cxn modelId="{E32B9339-6552-4327-BAA3-A57E74D63BF6}" type="presParOf" srcId="{BC8DD2E5-0A1B-4438-9DCE-E13362262BBE}" destId="{AE250B29-2018-4FF5-AA15-C31BC1715EC8}" srcOrd="15" destOrd="0" presId="urn:microsoft.com/office/officeart/2005/8/layout/hList9"/>
    <dgm:cxn modelId="{7683032D-5B5B-4720-A30C-1F88D81CFF71}" type="presParOf" srcId="{BC8DD2E5-0A1B-4438-9DCE-E13362262BBE}" destId="{DFBA9D96-D239-4861-99E8-2505D684D147}" srcOrd="16" destOrd="0" presId="urn:microsoft.com/office/officeart/2005/8/layout/hList9"/>
    <dgm:cxn modelId="{619D9AB3-B8F1-47D1-A034-00AA94758AC0}" type="presParOf" srcId="{DFBA9D96-D239-4861-99E8-2505D684D147}" destId="{909343A1-0EEB-4C74-844D-7C28DCCBF8B4}" srcOrd="0" destOrd="0" presId="urn:microsoft.com/office/officeart/2005/8/layout/hList9"/>
    <dgm:cxn modelId="{8D9494F1-788D-4430-BCDD-FA3819C2F455}" type="presParOf" srcId="{DFBA9D96-D239-4861-99E8-2505D684D147}" destId="{F850011E-86ED-4C50-94EC-C5E44CF6A703}" srcOrd="1" destOrd="0" presId="urn:microsoft.com/office/officeart/2005/8/layout/hList9"/>
    <dgm:cxn modelId="{DC8C6243-5645-4487-9AA1-1967B01D19D9}" type="presParOf" srcId="{F850011E-86ED-4C50-94EC-C5E44CF6A703}" destId="{072028D5-C8EC-400E-A1A1-9A6167A0E38D}" srcOrd="0" destOrd="0" presId="urn:microsoft.com/office/officeart/2005/8/layout/hList9"/>
    <dgm:cxn modelId="{FB41AAFC-73EA-47D6-896A-0BC008C7FB43}" type="presParOf" srcId="{F850011E-86ED-4C50-94EC-C5E44CF6A703}" destId="{0ED25C1C-8C7C-4320-92B4-68FBDAF335DF}" srcOrd="1" destOrd="0" presId="urn:microsoft.com/office/officeart/2005/8/layout/hList9"/>
    <dgm:cxn modelId="{545073C4-C361-4D23-AD3F-426CB88C5E0F}" type="presParOf" srcId="{DFBA9D96-D239-4861-99E8-2505D684D147}" destId="{F14F1B39-09E7-49A7-BA3A-5C25B4E21004}" srcOrd="2" destOrd="0" presId="urn:microsoft.com/office/officeart/2005/8/layout/hList9"/>
    <dgm:cxn modelId="{93D3F414-C52E-4112-84DA-40C82C9D064A}" type="presParOf" srcId="{F14F1B39-09E7-49A7-BA3A-5C25B4E21004}" destId="{B4E345D9-CD87-487B-BFE0-2742F8D750D4}" srcOrd="0" destOrd="0" presId="urn:microsoft.com/office/officeart/2005/8/layout/hList9"/>
    <dgm:cxn modelId="{E10D6156-8FDC-4B91-AED5-F16160E76869}" type="presParOf" srcId="{F14F1B39-09E7-49A7-BA3A-5C25B4E21004}" destId="{ADE9C85F-BB17-45DF-87AE-A3BE79B4CCA3}" srcOrd="1" destOrd="0" presId="urn:microsoft.com/office/officeart/2005/8/layout/hList9"/>
    <dgm:cxn modelId="{751EC06E-3A18-4C6A-906A-814C3A5EE854}" type="presParOf" srcId="{BC8DD2E5-0A1B-4438-9DCE-E13362262BBE}" destId="{CC2563B1-9D85-45DF-B62D-64B6D526F71C}" srcOrd="17" destOrd="0" presId="urn:microsoft.com/office/officeart/2005/8/layout/hList9"/>
    <dgm:cxn modelId="{351693BB-865F-4F1E-82BA-143AF822530E}" type="presParOf" srcId="{BC8DD2E5-0A1B-4438-9DCE-E13362262BBE}" destId="{E8EACC43-FA23-428E-BEE4-AC7E88315A5A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11FBA7-0AA5-4E13-948C-511FE31DE589}">
      <dsp:nvSpPr>
        <dsp:cNvPr id="0" name=""/>
        <dsp:cNvSpPr/>
      </dsp:nvSpPr>
      <dsp:spPr>
        <a:xfrm>
          <a:off x="2309678" y="429432"/>
          <a:ext cx="1282510" cy="1686346"/>
        </a:xfrm>
        <a:prstGeom prst="rect">
          <a:avLst/>
        </a:prstGeom>
        <a:solidFill>
          <a:schemeClr val="bg1">
            <a:lumMod val="75000"/>
            <a:alpha val="9000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INPUT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HUC 12 Boundary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Field boundary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Soils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Land Use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DEM</a:t>
          </a:r>
        </a:p>
      </dsp:txBody>
      <dsp:txXfrm>
        <a:off x="2514880" y="429432"/>
        <a:ext cx="1077308" cy="1686346"/>
      </dsp:txXfrm>
    </dsp:sp>
    <dsp:sp modelId="{0E7C9B8A-4D39-45FA-B812-E7ACD2A01DED}">
      <dsp:nvSpPr>
        <dsp:cNvPr id="0" name=""/>
        <dsp:cNvSpPr/>
      </dsp:nvSpPr>
      <dsp:spPr>
        <a:xfrm>
          <a:off x="3566638" y="436785"/>
          <a:ext cx="1455336" cy="197260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SVI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Stream network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Terrain attributes (FDR, FAC, </a:t>
          </a:r>
          <a:r>
            <a:rPr lang="en-US" sz="11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hDEM</a:t>
          </a: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Saturated buffer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Prairie Strips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NRW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Drainage Table</a:t>
          </a:r>
        </a:p>
      </dsp:txBody>
      <dsp:txXfrm>
        <a:off x="3799491" y="436785"/>
        <a:ext cx="1222483" cy="1972607"/>
      </dsp:txXfrm>
    </dsp:sp>
    <dsp:sp modelId="{7348986B-72F2-494C-8AB6-9D52A3DFC1DD}">
      <dsp:nvSpPr>
        <dsp:cNvPr id="0" name=""/>
        <dsp:cNvSpPr/>
      </dsp:nvSpPr>
      <dsp:spPr>
        <a:xfrm>
          <a:off x="3197574" y="231679"/>
          <a:ext cx="752529" cy="5267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ACPF</a:t>
          </a:r>
        </a:p>
      </dsp:txBody>
      <dsp:txXfrm>
        <a:off x="3307779" y="308813"/>
        <a:ext cx="532119" cy="372437"/>
      </dsp:txXfrm>
    </dsp:sp>
    <dsp:sp modelId="{4E7008A4-DE0B-4D9C-87C9-AF320720F779}">
      <dsp:nvSpPr>
        <dsp:cNvPr id="0" name=""/>
        <dsp:cNvSpPr/>
      </dsp:nvSpPr>
      <dsp:spPr>
        <a:xfrm>
          <a:off x="886853" y="3090058"/>
          <a:ext cx="1242125" cy="724695"/>
        </a:xfrm>
        <a:prstGeom prst="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INPUT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[ACPF dataset]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DEP/WEPP</a:t>
          </a:r>
        </a:p>
      </dsp:txBody>
      <dsp:txXfrm>
        <a:off x="1085593" y="3090058"/>
        <a:ext cx="1043385" cy="724695"/>
      </dsp:txXfrm>
    </dsp:sp>
    <dsp:sp modelId="{543B2331-EC85-4B2C-B2DF-38C21FF78778}">
      <dsp:nvSpPr>
        <dsp:cNvPr id="0" name=""/>
        <dsp:cNvSpPr/>
      </dsp:nvSpPr>
      <dsp:spPr>
        <a:xfrm>
          <a:off x="893392" y="3798106"/>
          <a:ext cx="1225424" cy="87869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Sediment loss raster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Soil loss by-field</a:t>
          </a:r>
        </a:p>
      </dsp:txBody>
      <dsp:txXfrm>
        <a:off x="1089460" y="3798106"/>
        <a:ext cx="1029356" cy="878697"/>
      </dsp:txXfrm>
    </dsp:sp>
    <dsp:sp modelId="{6D749B0A-3D42-4BF1-B34A-5B29BA48040E}">
      <dsp:nvSpPr>
        <dsp:cNvPr id="0" name=""/>
        <dsp:cNvSpPr/>
      </dsp:nvSpPr>
      <dsp:spPr>
        <a:xfrm>
          <a:off x="535042" y="2962198"/>
          <a:ext cx="637051" cy="4326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OFE</a:t>
          </a:r>
        </a:p>
      </dsp:txBody>
      <dsp:txXfrm>
        <a:off x="628336" y="3025553"/>
        <a:ext cx="450463" cy="305908"/>
      </dsp:txXfrm>
    </dsp:sp>
    <dsp:sp modelId="{D7F38865-47CC-4DBD-A812-99EB2B5A684E}">
      <dsp:nvSpPr>
        <dsp:cNvPr id="0" name=""/>
        <dsp:cNvSpPr/>
      </dsp:nvSpPr>
      <dsp:spPr>
        <a:xfrm>
          <a:off x="2315595" y="2750768"/>
          <a:ext cx="2223103" cy="3052783"/>
        </a:xfrm>
        <a:prstGeom prst="rect">
          <a:avLst/>
        </a:prstGeom>
        <a:solidFill>
          <a:schemeClr val="bg1">
            <a:lumMod val="75000"/>
            <a:alpha val="9000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100" b="0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INPUT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[ACPF dataset]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[OFE dataset]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MRTN fertilizer rate calculations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Practice costs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Land rent costs (Ag </a:t>
          </a:r>
          <a:r>
            <a:rPr lang="en-US" sz="1100" b="0" u="none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DecisionMaker</a:t>
          </a: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</a:t>
          </a:r>
          <a:r>
            <a:rPr lang="en-US" sz="1100" b="0" u="none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reduction fraction (INRS)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Sediment reduction fraction (MOSM)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GHG reduction rate (COMET)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Soil leaching values by MLRA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Biomass yields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Energy potential</a:t>
          </a:r>
          <a:endParaRPr lang="en-US" sz="1100" b="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71292" y="2750768"/>
        <a:ext cx="1867407" cy="3052783"/>
      </dsp:txXfrm>
    </dsp:sp>
    <dsp:sp modelId="{C3D7F341-1E68-4C87-B627-BDC08819BAD8}">
      <dsp:nvSpPr>
        <dsp:cNvPr id="0" name=""/>
        <dsp:cNvSpPr/>
      </dsp:nvSpPr>
      <dsp:spPr>
        <a:xfrm>
          <a:off x="4547456" y="2793045"/>
          <a:ext cx="2084829" cy="30250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 fertilizer rates per field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</a:t>
          </a:r>
          <a:r>
            <a:rPr lang="en-US" sz="1100" b="0" u="none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 </a:t>
          </a: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load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1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Outcome by practice an field: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</a:t>
          </a:r>
          <a:r>
            <a:rPr lang="en-US" sz="1100" b="0" u="none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load reduction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</a:t>
          </a:r>
          <a:r>
            <a:rPr lang="en-US" sz="1100" b="0" u="none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2  </a:t>
          </a: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and N</a:t>
          </a:r>
          <a:r>
            <a:rPr lang="en-US" sz="1100" b="0" u="none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 </a:t>
          </a:r>
          <a:r>
            <a:rPr lang="en-US" sz="1100" b="0" u="none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reduction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Biomass yield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Energy yield potential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1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Costs by practice: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Direct cost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Opportunity cost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Total cost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u="non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Cost-effectiveness</a:t>
          </a:r>
          <a:endParaRPr lang="en-US" sz="900" b="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881028" y="2793045"/>
        <a:ext cx="1751256" cy="3025050"/>
      </dsp:txXfrm>
    </dsp:sp>
    <dsp:sp modelId="{6D772838-B624-4D70-A227-541850D13D2D}">
      <dsp:nvSpPr>
        <dsp:cNvPr id="0" name=""/>
        <dsp:cNvSpPr/>
      </dsp:nvSpPr>
      <dsp:spPr>
        <a:xfrm>
          <a:off x="4131654" y="2512027"/>
          <a:ext cx="849738" cy="495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FiNRT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56095" y="2584640"/>
        <a:ext cx="600856" cy="350608"/>
      </dsp:txXfrm>
    </dsp:sp>
    <dsp:sp modelId="{072028D5-C8EC-400E-A1A1-9A6167A0E38D}">
      <dsp:nvSpPr>
        <dsp:cNvPr id="0" name=""/>
        <dsp:cNvSpPr/>
      </dsp:nvSpPr>
      <dsp:spPr>
        <a:xfrm>
          <a:off x="471392" y="824037"/>
          <a:ext cx="1427876" cy="1339579"/>
        </a:xfrm>
        <a:prstGeom prst="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INPUT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[ACPF dataset]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NASS county yields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Corn price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Soybean price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Land rent Costs</a:t>
          </a:r>
          <a:endParaRPr lang="en-US" sz="1200" b="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9852" y="824037"/>
        <a:ext cx="1199416" cy="1339579"/>
      </dsp:txXfrm>
    </dsp:sp>
    <dsp:sp modelId="{B4E345D9-CD87-487B-BFE0-2742F8D750D4}">
      <dsp:nvSpPr>
        <dsp:cNvPr id="0" name=""/>
        <dsp:cNvSpPr/>
      </dsp:nvSpPr>
      <dsp:spPr>
        <a:xfrm>
          <a:off x="462925" y="2152360"/>
          <a:ext cx="1427876" cy="74921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Field profitability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Yield stability</a:t>
          </a:r>
        </a:p>
      </dsp:txBody>
      <dsp:txXfrm>
        <a:off x="691385" y="2152360"/>
        <a:ext cx="1199416" cy="749210"/>
      </dsp:txXfrm>
    </dsp:sp>
    <dsp:sp modelId="{E8EACC43-FA23-428E-BEE4-AC7E88315A5A}">
      <dsp:nvSpPr>
        <dsp:cNvPr id="0" name=""/>
        <dsp:cNvSpPr/>
      </dsp:nvSpPr>
      <dsp:spPr>
        <a:xfrm>
          <a:off x="0" y="680442"/>
          <a:ext cx="951917" cy="4824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GeoProfit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9405" y="751098"/>
        <a:ext cx="673107" cy="341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176B1-CE10-4638-AB84-A028EA126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13125-820F-492E-8FC8-8AF8AAB9D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76DE3-CBA6-4A60-A51D-2CE43A476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A1C3-48E6-4803-BD03-05C2F4DE495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64F5D-7E9F-4287-9492-397D6512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C6B5A-D05A-42CC-9924-52C3BC88E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56-B09F-4A07-9CE9-8D2653D6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33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5DCE9-8ED6-4D41-B434-2BB7B20C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7A792-7988-4D05-BDBD-5881C975F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2CF90-37C1-4E40-AEBD-39F7F88D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A1C3-48E6-4803-BD03-05C2F4DE495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64175-8449-4EE7-8172-01081FF3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143F-F036-4D04-A9FD-14516E0A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56-B09F-4A07-9CE9-8D2653D6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1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82F8B-353E-4009-A896-B4724B2A2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1A390-E923-4481-A7D2-653AB60ED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7CC81-FDC4-4D96-92EC-CED2FF95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A1C3-48E6-4803-BD03-05C2F4DE495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DFCA4-89E0-4E59-AA73-3BCB14616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E5E0C-6E9E-4ADB-AC3E-EF3FA310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56-B09F-4A07-9CE9-8D2653D6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4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0044-6233-4A36-B618-C165DFFF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EA06B-5522-4BCE-8928-0665C1111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82DB9-6FB8-4EFD-B021-2F346578A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F92CB-153B-496D-80CD-F3BE292E9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A1C3-48E6-4803-BD03-05C2F4DE495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FDA75-3270-49F2-8F2E-864B9CD8F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E1F60-A7C1-4907-BF8B-971A4E15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56-B09F-4A07-9CE9-8D2653D6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65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404E9-F7E8-48F8-84D5-68B3AA10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B8805-A3AA-41C0-9FDD-C28647ED1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02561-A87D-4E8C-9825-7233F9C1A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F709A-17E2-47E9-831B-0E9522DBC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D21FB-1BE6-4D84-8D54-E787EA06F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B05C7-279D-4EAC-B32B-C9CBDC49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A1C3-48E6-4803-BD03-05C2F4DE495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F6959D-E49D-41BA-B6FC-6E0D77ACA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2BB168-A75A-4529-BA0A-936694B3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56-B09F-4A07-9CE9-8D2653D6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3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9F2D-1134-4FDA-8D07-BEC7F07E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459317-151A-4B45-B1CF-7EDB714B5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A1C3-48E6-4803-BD03-05C2F4DE495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9030D-781E-4251-A153-0CECAAD21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243E6-A6A8-461A-9784-BB3F64AD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56-B09F-4A07-9CE9-8D2653D6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5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7A09FB-AE8D-4E74-96AD-BF268DC5C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A1C3-48E6-4803-BD03-05C2F4DE495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A6654-BECC-44A9-AD6E-A626DFC5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B05F6-ED58-4B20-809B-A2D322A3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56-B09F-4A07-9CE9-8D2653D6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7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617E-E6B8-45B7-81D4-A6F1A59D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02040-56D2-49DD-BD0B-23ACE8C39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06BEE-3D91-4A10-8CB6-EB7BA3E73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9D845-0E84-42C7-A072-F503BF36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A1C3-48E6-4803-BD03-05C2F4DE495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BF8D6-2A32-4A9D-9078-3014ED25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3A331-F1C1-4E20-888A-D943203C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56-B09F-4A07-9CE9-8D2653D6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26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1711-519E-4FB4-B9AA-61149CDA2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9B4D64-69CE-4A8A-BEC7-B0C2F83AF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F946B-B457-4D03-9833-8EAD5B2FB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E138B-D99D-4A9C-97C5-C7171925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A1C3-48E6-4803-BD03-05C2F4DE495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D04B1-0100-418A-9C39-D988A040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0749E-88EE-4078-BADB-AB9690CDD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56-B09F-4A07-9CE9-8D2653D6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16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8E2A-D4F7-4927-81B7-F984D6ACD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4D842-AEB6-4218-926F-575619DDE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73271-847E-4BC5-96AA-76D1CE47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A1C3-48E6-4803-BD03-05C2F4DE495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C4D4F-8EBA-4FEB-8D28-88EEF5416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1679F-BA2D-4C35-817E-E5AC4BA4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56-B09F-4A07-9CE9-8D2653D6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1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584522-3D52-4D68-98ED-A4E4C4971D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C6289-E385-4E2E-8B92-D81E78EAF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37447-FE3E-46D7-AAE2-DAA816D1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A1C3-48E6-4803-BD03-05C2F4DE495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4358F-327E-447C-8BAE-B72F9A86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1BA44-26DE-445F-BF84-39856E74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56-B09F-4A07-9CE9-8D2653D6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7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91F28-1452-4DB0-94E7-688C81AD6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2477D-D1A2-4705-88EF-A70810FCD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382DE-65C2-467C-802A-78828C9E2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5A1C3-48E6-4803-BD03-05C2F4DE495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F81E3-86C3-4F56-936E-8938D9C24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72A25-D367-4242-9892-39919EF37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C1F56-B09F-4A07-9CE9-8D2653D6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06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9.jpeg"/><Relationship Id="rId18" Type="http://schemas.openxmlformats.org/officeDocument/2006/relationships/image" Target="../media/image2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5.png"/><Relationship Id="rId12" Type="http://schemas.microsoft.com/office/2007/relationships/hdphoto" Target="../media/hdphoto2.wdp"/><Relationship Id="rId17" Type="http://schemas.openxmlformats.org/officeDocument/2006/relationships/image" Target="../media/image22.png"/><Relationship Id="rId2" Type="http://schemas.openxmlformats.org/officeDocument/2006/relationships/diagramData" Target="../diagrams/data1.xml"/><Relationship Id="rId16" Type="http://schemas.microsoft.com/office/2007/relationships/hdphoto" Target="../media/hdphoto3.wdp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8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21.png"/><Relationship Id="rId10" Type="http://schemas.openxmlformats.org/officeDocument/2006/relationships/image" Target="../media/image17.jpeg"/><Relationship Id="rId19" Type="http://schemas.microsoft.com/office/2007/relationships/hdphoto" Target="../media/hdphoto4.wdp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6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64065-5BB1-48D7-A3E0-AF71306CC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" name="Content Placeholder 27">
            <a:extLst>
              <a:ext uri="{FF2B5EF4-FFF2-40B4-BE49-F238E27FC236}">
                <a16:creationId xmlns:a16="http://schemas.microsoft.com/office/drawing/2014/main" id="{7544E024-C17C-485F-930F-9BE9BD69B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10" y="0"/>
            <a:ext cx="5279614" cy="683244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738581-CD75-4178-BF71-255970912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377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1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C62DB-B0AB-42D0-A4C3-0FFE78BB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09268F9-6943-4286-B56D-E3D072347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86" y="60022"/>
            <a:ext cx="5252982" cy="6797978"/>
          </a:xfrm>
        </p:spPr>
      </p:pic>
      <p:pic>
        <p:nvPicPr>
          <p:cNvPr id="14" name="Content Placeholder 16">
            <a:extLst>
              <a:ext uri="{FF2B5EF4-FFF2-40B4-BE49-F238E27FC236}">
                <a16:creationId xmlns:a16="http://schemas.microsoft.com/office/drawing/2014/main" id="{3350B329-6AF8-4AB6-A62C-83F2561B1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133" y="0"/>
            <a:ext cx="5297370" cy="68554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23CDB4-1F49-4DB4-8F8F-11E2A5025324}"/>
              </a:ext>
            </a:extLst>
          </p:cNvPr>
          <p:cNvSpPr txBox="1"/>
          <p:nvPr/>
        </p:nvSpPr>
        <p:spPr>
          <a:xfrm>
            <a:off x="496734" y="0"/>
            <a:ext cx="56858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Total</a:t>
            </a:r>
          </a:p>
        </p:txBody>
      </p:sp>
    </p:spTree>
    <p:extLst>
      <p:ext uri="{BB962C8B-B14F-4D97-AF65-F5344CB8AC3E}">
        <p14:creationId xmlns:p14="http://schemas.microsoft.com/office/powerpoint/2010/main" val="77403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E4D9-65DB-4591-8717-391D4409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B0F35-7462-48E0-9522-8F59BBC81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CF45B-8321-4C8D-8013-7F6003047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31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6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0C639-C83E-4990-ADB5-6DE2AA7B0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8855C-357D-4C47-B636-952A545FA9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36B9D4-3258-41AD-9F15-DA56F54AF9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897"/>
          <a:stretch/>
        </p:blipFill>
        <p:spPr>
          <a:xfrm>
            <a:off x="300842" y="25597"/>
            <a:ext cx="7661564" cy="7152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13F24C-1DFE-48E1-8337-0439A00969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208"/>
          <a:stretch/>
        </p:blipFill>
        <p:spPr>
          <a:xfrm>
            <a:off x="8153978" y="3184710"/>
            <a:ext cx="3834163" cy="35965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8860DD-8EDA-4D1A-8E52-3541D4367B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640" t="23562" r="756" b="35748"/>
          <a:stretch/>
        </p:blipFill>
        <p:spPr>
          <a:xfrm>
            <a:off x="8457092" y="542375"/>
            <a:ext cx="3227933" cy="2486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2A4702-51B2-4FDE-A1F5-ABF3ECD9D8F1}"/>
              </a:ext>
            </a:extLst>
          </p:cNvPr>
          <p:cNvSpPr txBox="1"/>
          <p:nvPr/>
        </p:nvSpPr>
        <p:spPr>
          <a:xfrm rot="16200000">
            <a:off x="-629134" y="1339034"/>
            <a:ext cx="201556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HUC12 intersecting </a:t>
            </a:r>
            <a:r>
              <a:rPr lang="en-US" dirty="0" err="1"/>
              <a:t>Supplyshed</a:t>
            </a:r>
            <a:r>
              <a:rPr lang="en-US" dirty="0"/>
              <a:t> (%)</a:t>
            </a:r>
          </a:p>
        </p:txBody>
      </p:sp>
    </p:spTree>
    <p:extLst>
      <p:ext uri="{BB962C8B-B14F-4D97-AF65-F5344CB8AC3E}">
        <p14:creationId xmlns:p14="http://schemas.microsoft.com/office/powerpoint/2010/main" val="1530438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47867-C989-4D6E-9858-ABF27450D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545351-8E10-456A-AD32-2410F3E0A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509" y="73531"/>
            <a:ext cx="10990613" cy="6782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7501BD-5781-4887-BE80-AAA5A97782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830"/>
          <a:stretch/>
        </p:blipFill>
        <p:spPr>
          <a:xfrm>
            <a:off x="9018546" y="3651663"/>
            <a:ext cx="2993345" cy="23631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369351-AFA9-4815-8932-C23114053727}"/>
              </a:ext>
            </a:extLst>
          </p:cNvPr>
          <p:cNvSpPr txBox="1"/>
          <p:nvPr/>
        </p:nvSpPr>
        <p:spPr>
          <a:xfrm rot="16200000">
            <a:off x="-702546" y="1231459"/>
            <a:ext cx="201556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HUC12 intersecting </a:t>
            </a:r>
            <a:r>
              <a:rPr lang="en-US" dirty="0" err="1"/>
              <a:t>Supplyshed</a:t>
            </a:r>
            <a:r>
              <a:rPr lang="en-US" dirty="0"/>
              <a:t> (%)</a:t>
            </a:r>
          </a:p>
        </p:txBody>
      </p:sp>
    </p:spTree>
    <p:extLst>
      <p:ext uri="{BB962C8B-B14F-4D97-AF65-F5344CB8AC3E}">
        <p14:creationId xmlns:p14="http://schemas.microsoft.com/office/powerpoint/2010/main" val="2021778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1E5FC-7E1C-4848-8F58-2A4DF45D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8022D98-E590-45CC-9D13-7106EE530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657" y="0"/>
            <a:ext cx="11115304" cy="68597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6A2EE2-AD9C-45AC-8E8E-71C0426B5B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141"/>
          <a:stretch/>
        </p:blipFill>
        <p:spPr>
          <a:xfrm>
            <a:off x="8811792" y="4040579"/>
            <a:ext cx="3201031" cy="27491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43DB9B-5401-451B-8FAD-9E3F400BC306}"/>
              </a:ext>
            </a:extLst>
          </p:cNvPr>
          <p:cNvSpPr txBox="1"/>
          <p:nvPr/>
        </p:nvSpPr>
        <p:spPr>
          <a:xfrm rot="16200000">
            <a:off x="-629134" y="1204563"/>
            <a:ext cx="201556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HUC12 intersecting </a:t>
            </a:r>
            <a:r>
              <a:rPr lang="en-US" dirty="0" err="1"/>
              <a:t>Supplyshed</a:t>
            </a:r>
            <a:r>
              <a:rPr lang="en-US" dirty="0"/>
              <a:t> (%)</a:t>
            </a:r>
          </a:p>
        </p:txBody>
      </p:sp>
    </p:spTree>
    <p:extLst>
      <p:ext uri="{BB962C8B-B14F-4D97-AF65-F5344CB8AC3E}">
        <p14:creationId xmlns:p14="http://schemas.microsoft.com/office/powerpoint/2010/main" val="3912081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8937B-C3A4-42B8-8924-DCFEDADD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1735D-A106-44BB-A8DD-980142E9C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02D74-5B38-4CD5-8705-4ABD68417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02"/>
            <a:ext cx="6667500" cy="411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B4F455-9911-4664-84DE-EF393C4BA3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308"/>
          <a:stretch/>
        </p:blipFill>
        <p:spPr>
          <a:xfrm>
            <a:off x="6204857" y="2395593"/>
            <a:ext cx="5987143" cy="441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50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56D8B-27B2-430D-AF8A-8DDA8DAA6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F30ECA-9F66-4A03-A23D-6C388C3D2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-1"/>
            <a:ext cx="5257800" cy="68042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89C406-7366-4F5B-96E3-76AEE51B3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56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161C271F-F2FB-4AF8-A61B-ECFE65497303}"/>
              </a:ext>
            </a:extLst>
          </p:cNvPr>
          <p:cNvCxnSpPr>
            <a:cxnSpLocks/>
          </p:cNvCxnSpPr>
          <p:nvPr/>
        </p:nvCxnSpPr>
        <p:spPr>
          <a:xfrm flipH="1">
            <a:off x="3886506" y="1047192"/>
            <a:ext cx="1668567" cy="2465628"/>
          </a:xfrm>
          <a:prstGeom prst="straightConnector1">
            <a:avLst/>
          </a:prstGeom>
          <a:ln w="19050">
            <a:solidFill>
              <a:schemeClr val="tx1"/>
            </a:solidFill>
            <a:headEnd type="oval" w="sm" len="sm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289BCB9B-3A1C-42F1-9695-7ADAB54E50A1}"/>
              </a:ext>
            </a:extLst>
          </p:cNvPr>
          <p:cNvCxnSpPr>
            <a:cxnSpLocks/>
          </p:cNvCxnSpPr>
          <p:nvPr/>
        </p:nvCxnSpPr>
        <p:spPr>
          <a:xfrm flipH="1">
            <a:off x="3894782" y="1256436"/>
            <a:ext cx="1650582" cy="2392681"/>
          </a:xfrm>
          <a:prstGeom prst="straightConnector1">
            <a:avLst/>
          </a:prstGeom>
          <a:ln w="19050">
            <a:solidFill>
              <a:schemeClr val="tx1"/>
            </a:solidFill>
            <a:headEnd type="oval" w="sm" len="sm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4B0974-4D2B-4A55-82F7-D80DB6DC6A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596567"/>
              </p:ext>
            </p:extLst>
          </p:nvPr>
        </p:nvGraphicFramePr>
        <p:xfrm>
          <a:off x="1740805" y="0"/>
          <a:ext cx="8983998" cy="65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97" name="Rectangle 296">
            <a:extLst>
              <a:ext uri="{FF2B5EF4-FFF2-40B4-BE49-F238E27FC236}">
                <a16:creationId xmlns:a16="http://schemas.microsoft.com/office/drawing/2014/main" id="{75F1CF2A-3F7A-406A-AAC5-7CEB3ED98553}"/>
              </a:ext>
            </a:extLst>
          </p:cNvPr>
          <p:cNvSpPr/>
          <p:nvPr/>
        </p:nvSpPr>
        <p:spPr>
          <a:xfrm>
            <a:off x="8455990" y="2557782"/>
            <a:ext cx="1852266" cy="32715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B95060A3-EB83-4478-824E-4979A1CD4D04}"/>
              </a:ext>
            </a:extLst>
          </p:cNvPr>
          <p:cNvGrpSpPr/>
          <p:nvPr/>
        </p:nvGrpSpPr>
        <p:grpSpPr>
          <a:xfrm>
            <a:off x="3638966" y="1225981"/>
            <a:ext cx="1913672" cy="3310999"/>
            <a:chOff x="3638966" y="1225981"/>
            <a:chExt cx="1913672" cy="3310999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208B85E-1728-40CD-A310-60D51CADCD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6640" y="1806222"/>
              <a:ext cx="475998" cy="91236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68552854-87CB-49FC-B005-E8AFAE2F23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1456" y="1230927"/>
              <a:ext cx="586280" cy="1270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410AD9F6-4878-42D1-9E98-A1B10DDD76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1456" y="1456498"/>
              <a:ext cx="692018" cy="2896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B95EED9D-A7F5-47D3-8ED2-595A9129C7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114" y="1592975"/>
              <a:ext cx="647747" cy="110360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65DE8CA0-1DE1-49AF-8E8F-F8104022DE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5211" y="1661873"/>
              <a:ext cx="778660" cy="1616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17B310D-2FC7-41F4-8853-A0B07AAD84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9924" y="1456498"/>
              <a:ext cx="583550" cy="163387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C19E990-F8DD-47E8-9138-CF70769B19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0452" y="1234121"/>
              <a:ext cx="77284" cy="149665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F8C81F6-DCDA-4888-8410-366BA26321AB}"/>
                </a:ext>
              </a:extLst>
            </p:cNvPr>
            <p:cNvCxnSpPr>
              <a:cxnSpLocks/>
            </p:cNvCxnSpPr>
            <p:nvPr/>
          </p:nvCxnSpPr>
          <p:spPr>
            <a:xfrm>
              <a:off x="3818501" y="4536980"/>
              <a:ext cx="2160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6C6B611-A2B7-4B1D-8D9B-48B489B1A0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1192" y="1454658"/>
              <a:ext cx="49905" cy="127611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983FB77-A2A8-4560-8BDD-0674DC794C67}"/>
                </a:ext>
              </a:extLst>
            </p:cNvPr>
            <p:cNvCxnSpPr>
              <a:cxnSpLocks/>
            </p:cNvCxnSpPr>
            <p:nvPr/>
          </p:nvCxnSpPr>
          <p:spPr>
            <a:xfrm>
              <a:off x="4428245" y="1661871"/>
              <a:ext cx="8949" cy="106890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E08495A-336D-4D52-99AD-CC11E5206BBA}"/>
                </a:ext>
              </a:extLst>
            </p:cNvPr>
            <p:cNvCxnSpPr>
              <a:cxnSpLocks/>
            </p:cNvCxnSpPr>
            <p:nvPr/>
          </p:nvCxnSpPr>
          <p:spPr>
            <a:xfrm>
              <a:off x="3778709" y="4156831"/>
              <a:ext cx="2720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D8C40326-EF90-47DD-AC4F-2A8FC1407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8966" y="1225981"/>
              <a:ext cx="600373" cy="185319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9778234-7173-41A8-B3C2-B86432FDC3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8258" y="1661872"/>
              <a:ext cx="549182" cy="142850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33414E7-7C27-46A6-B02A-B36F48D3A943}"/>
              </a:ext>
            </a:extLst>
          </p:cNvPr>
          <p:cNvGrpSpPr/>
          <p:nvPr/>
        </p:nvGrpSpPr>
        <p:grpSpPr>
          <a:xfrm>
            <a:off x="6883400" y="287604"/>
            <a:ext cx="3478303" cy="2430978"/>
            <a:chOff x="7660111" y="-85591"/>
            <a:chExt cx="3478303" cy="2430978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79E02F25-2F12-460D-903A-F8E6DD875AD5}"/>
                </a:ext>
              </a:extLst>
            </p:cNvPr>
            <p:cNvSpPr/>
            <p:nvPr/>
          </p:nvSpPr>
          <p:spPr>
            <a:xfrm>
              <a:off x="7660111" y="-29082"/>
              <a:ext cx="3424855" cy="237446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pic>
          <p:nvPicPr>
            <p:cNvPr id="110" name="Picture 109" descr="Anaerobic Digestion: Over 550 Royalty-Free Licensable Stock Illustrations &amp;  Drawings | Shutterstock">
              <a:extLst>
                <a:ext uri="{FF2B5EF4-FFF2-40B4-BE49-F238E27FC236}">
                  <a16:creationId xmlns:a16="http://schemas.microsoft.com/office/drawing/2014/main" id="{2FE72BF7-3051-46D9-94DE-20AC1E133B29}"/>
                </a:ext>
              </a:extLst>
            </p:cNvPr>
            <p:cNvPicPr/>
            <p:nvPr/>
          </p:nvPicPr>
          <p:blipFill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000" b="90000" l="2667" r="99167">
                          <a14:foregroundMark x1="81500" y1="7667" x2="74833" y2="5333"/>
                          <a14:foregroundMark x1="62333" y1="66667" x2="62333" y2="66667"/>
                          <a14:foregroundMark x1="48167" y1="89333" x2="48167" y2="89333"/>
                          <a14:foregroundMark x1="43167" y1="88667" x2="43167" y2="88667"/>
                          <a14:foregroundMark x1="26167" y1="80333" x2="26167" y2="80333"/>
                          <a14:foregroundMark x1="26000" y1="78000" x2="26000" y2="78000"/>
                          <a14:foregroundMark x1="25500" y1="75667" x2="25500" y2="75667"/>
                          <a14:foregroundMark x1="24500" y1="69333" x2="24500" y2="69333"/>
                          <a14:foregroundMark x1="20833" y1="63333" x2="20833" y2="63333"/>
                          <a14:foregroundMark x1="19667" y1="66333" x2="19667" y2="66333"/>
                          <a14:foregroundMark x1="20000" y1="64000" x2="20000" y2="64000"/>
                          <a14:foregroundMark x1="28667" y1="62333" x2="23500" y2="55000"/>
                          <a14:foregroundMark x1="22833" y1="58333" x2="22167" y2="56000"/>
                          <a14:foregroundMark x1="56833" y1="80000" x2="48000" y2="87333"/>
                          <a14:foregroundMark x1="11667" y1="69000" x2="21167" y2="78333"/>
                          <a14:foregroundMark x1="31500" y1="76667" x2="33500" y2="79333"/>
                          <a14:foregroundMark x1="3667" y1="56667" x2="7667" y2="63667"/>
                          <a14:foregroundMark x1="2667" y1="60000" x2="7833" y2="62333"/>
                          <a14:foregroundMark x1="10167" y1="38000" x2="16000" y2="43667"/>
                          <a14:foregroundMark x1="11167" y1="33667" x2="14833" y2="38333"/>
                          <a14:foregroundMark x1="24833" y1="17333" x2="31167" y2="23000"/>
                          <a14:foregroundMark x1="28500" y1="23000" x2="27167" y2="37000"/>
                          <a14:foregroundMark x1="28167" y1="32000" x2="28667" y2="40000"/>
                          <a14:foregroundMark x1="27500" y1="14333" x2="27000" y2="20000"/>
                          <a14:foregroundMark x1="12833" y1="42667" x2="13000" y2="52333"/>
                          <a14:foregroundMark x1="36333" y1="76000" x2="36333" y2="76000"/>
                          <a14:foregroundMark x1="53500" y1="65333" x2="53500" y2="65333"/>
                          <a14:foregroundMark x1="73333" y1="65000" x2="74833" y2="72000"/>
                          <a14:foregroundMark x1="51833" y1="61333" x2="50500" y2="70000"/>
                          <a14:foregroundMark x1="76167" y1="46333" x2="80167" y2="46000"/>
                          <a14:foregroundMark x1="84833" y1="40000" x2="84833" y2="40000"/>
                          <a14:foregroundMark x1="87667" y1="35000" x2="87667" y2="35000"/>
                          <a14:foregroundMark x1="90833" y1="32667" x2="90167" y2="33000"/>
                          <a14:foregroundMark x1="93667" y1="37333" x2="93000" y2="38000"/>
                          <a14:foregroundMark x1="89000" y1="42333" x2="88500" y2="42667"/>
                          <a14:foregroundMark x1="86167" y1="45333" x2="84000" y2="49000"/>
                          <a14:foregroundMark x1="79833" y1="53000" x2="79167" y2="54333"/>
                          <a14:foregroundMark x1="71500" y1="50333" x2="93500" y2="46333"/>
                          <a14:foregroundMark x1="93500" y1="46333" x2="89333" y2="24333"/>
                          <a14:foregroundMark x1="90500" y1="27333" x2="99167" y2="37667"/>
                          <a14:foregroundMark x1="32500" y1="34667" x2="32500" y2="34667"/>
                          <a14:foregroundMark x1="13333" y1="51333" x2="13500" y2="59333"/>
                          <a14:foregroundMark x1="12167" y1="51333" x2="11333" y2="56667"/>
                          <a14:foregroundMark x1="25500" y1="63333" x2="27833" y2="64667"/>
                          <a14:foregroundMark x1="24167" y1="54333" x2="29167" y2="61333"/>
                          <a14:foregroundMark x1="13167" y1="31000" x2="12833" y2="33333"/>
                          <a14:foregroundMark x1="13167" y1="32667" x2="24167" y2="21000"/>
                          <a14:foregroundMark x1="26167" y1="19667" x2="14667" y2="36667"/>
                          <a14:foregroundMark x1="14167" y1="39000" x2="31500" y2="21333"/>
                          <a14:foregroundMark x1="27667" y1="26000" x2="16000" y2="37000"/>
                          <a14:foregroundMark x1="15167" y1="41333" x2="24500" y2="33333"/>
                          <a14:foregroundMark x1="28000" y1="33000" x2="30833" y2="26667"/>
                          <a14:foregroundMark x1="28833" y1="38667" x2="33333" y2="33667"/>
                          <a14:foregroundMark x1="25167" y1="75667" x2="24167" y2="76000"/>
                          <a14:foregroundMark x1="10000" y1="37333" x2="5833" y2="53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687873">
              <a:off x="9189599" y="558226"/>
              <a:ext cx="1948815" cy="975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Picture 111" descr="basic stream">
              <a:extLst>
                <a:ext uri="{FF2B5EF4-FFF2-40B4-BE49-F238E27FC236}">
                  <a16:creationId xmlns:a16="http://schemas.microsoft.com/office/drawing/2014/main" id="{9D763D52-BCBC-4039-96D1-0C1C48FC48FE}"/>
                </a:ext>
              </a:extLst>
            </p:cNvPr>
            <p:cNvPicPr/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3906" y="1224912"/>
              <a:ext cx="1053465" cy="105346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8756BA87-A061-4FC9-BE15-5AE8E6D490B0}"/>
                </a:ext>
              </a:extLst>
            </p:cNvPr>
            <p:cNvGrpSpPr/>
            <p:nvPr/>
          </p:nvGrpSpPr>
          <p:grpSpPr>
            <a:xfrm>
              <a:off x="8543726" y="1331286"/>
              <a:ext cx="1055370" cy="923290"/>
              <a:chOff x="-848770" y="-410483"/>
              <a:chExt cx="1250950" cy="1219200"/>
            </a:xfrm>
          </p:grpSpPr>
          <p:pic>
            <p:nvPicPr>
              <p:cNvPr id="117" name="Picture 116" descr="Grass">
                <a:extLst>
                  <a:ext uri="{FF2B5EF4-FFF2-40B4-BE49-F238E27FC236}">
                    <a16:creationId xmlns:a16="http://schemas.microsoft.com/office/drawing/2014/main" id="{6131844F-6F5D-4446-ADE9-DE81234FF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848770" y="-410483"/>
                <a:ext cx="1250950" cy="1219200"/>
              </a:xfrm>
              <a:prstGeom prst="ellipse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8C3A669A-87B9-4BCC-BEFD-E1D8CD29DB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9699" b="93980" l="9972" r="89744">
                            <a14:foregroundMark x1="52137" y1="84448" x2="63390" y2="93645"/>
                            <a14:foregroundMark x1="45869" y1="93980" x2="45869" y2="9398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620171" y="-166643"/>
                <a:ext cx="767080" cy="653415"/>
              </a:xfrm>
              <a:prstGeom prst="rect">
                <a:avLst/>
              </a:prstGeom>
              <a:ln>
                <a:noFill/>
              </a:ln>
              <a:effectLst/>
            </p:spPr>
          </p:pic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91B01A8E-0E1E-4365-83D7-B187DD92E441}"/>
                </a:ext>
              </a:extLst>
            </p:cNvPr>
            <p:cNvGrpSpPr/>
            <p:nvPr/>
          </p:nvGrpSpPr>
          <p:grpSpPr>
            <a:xfrm>
              <a:off x="9430210" y="-85591"/>
              <a:ext cx="1351097" cy="810895"/>
              <a:chOff x="-1010892" y="-705843"/>
              <a:chExt cx="1571043" cy="1478280"/>
            </a:xfrm>
          </p:grpSpPr>
          <p:pic>
            <p:nvPicPr>
              <p:cNvPr id="114" name="Picture 113" descr="Clouds Icon White Isolated On Green Stock Vector (Royalty Free) 735566458 |  Shutterstock">
                <a:extLst>
                  <a:ext uri="{FF2B5EF4-FFF2-40B4-BE49-F238E27FC236}">
                    <a16:creationId xmlns:a16="http://schemas.microsoft.com/office/drawing/2014/main" id="{F1DA52B7-DA27-4BDB-BFAF-942D4686B8A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429"/>
              <a:stretch/>
            </p:blipFill>
            <p:spPr bwMode="auto">
              <a:xfrm>
                <a:off x="-959967" y="-705843"/>
                <a:ext cx="1487168" cy="1478280"/>
              </a:xfrm>
              <a:prstGeom prst="ellipse">
                <a:avLst/>
              </a:prstGeom>
              <a:ln>
                <a:noFill/>
              </a:ln>
              <a:effectLst>
                <a:softEdge rad="112500"/>
              </a:effectLst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115" name="Text Box 2">
                <a:extLst>
                  <a:ext uri="{FF2B5EF4-FFF2-40B4-BE49-F238E27FC236}">
                    <a16:creationId xmlns:a16="http://schemas.microsoft.com/office/drawing/2014/main" id="{2CA471F2-6175-4730-9B46-07DF977E11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532074" y="-137536"/>
                <a:ext cx="1092225" cy="643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</a:t>
                </a:r>
                <a:r>
                  <a:rPr lang="en-US" sz="1200" b="1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US" sz="1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Text Box 2">
                <a:extLst>
                  <a:ext uri="{FF2B5EF4-FFF2-40B4-BE49-F238E27FC236}">
                    <a16:creationId xmlns:a16="http://schemas.microsoft.com/office/drawing/2014/main" id="{88911E5E-E7CB-45BA-BE48-C7E92F4ACE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010892" y="-406384"/>
                <a:ext cx="1155916" cy="5791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</a:t>
                </a:r>
                <a:r>
                  <a:rPr lang="en-US" sz="1200" b="1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12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</a:t>
                </a:r>
                <a:endParaRPr lang="en-US" sz="1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98" name="Rectangle 297">
            <a:extLst>
              <a:ext uri="{FF2B5EF4-FFF2-40B4-BE49-F238E27FC236}">
                <a16:creationId xmlns:a16="http://schemas.microsoft.com/office/drawing/2014/main" id="{C841BA13-AFD7-4EB0-A07F-7C79E1E756DA}"/>
              </a:ext>
            </a:extLst>
          </p:cNvPr>
          <p:cNvSpPr/>
          <p:nvPr/>
        </p:nvSpPr>
        <p:spPr>
          <a:xfrm>
            <a:off x="8471608" y="2569433"/>
            <a:ext cx="1839187" cy="2122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58D6C80-BA23-41AC-B38E-075C18371192}"/>
              </a:ext>
            </a:extLst>
          </p:cNvPr>
          <p:cNvCxnSpPr>
            <a:cxnSpLocks/>
          </p:cNvCxnSpPr>
          <p:nvPr/>
        </p:nvCxnSpPr>
        <p:spPr>
          <a:xfrm flipH="1">
            <a:off x="5557549" y="2282274"/>
            <a:ext cx="3654" cy="478954"/>
          </a:xfrm>
          <a:prstGeom prst="straightConnector1">
            <a:avLst/>
          </a:prstGeom>
          <a:ln w="19050">
            <a:solidFill>
              <a:schemeClr val="tx1"/>
            </a:solidFill>
            <a:headEnd type="oval" w="sm" len="sm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4AE0BDE-6BF5-4578-9B75-8495E56745AF}"/>
              </a:ext>
            </a:extLst>
          </p:cNvPr>
          <p:cNvCxnSpPr>
            <a:cxnSpLocks/>
          </p:cNvCxnSpPr>
          <p:nvPr/>
        </p:nvCxnSpPr>
        <p:spPr>
          <a:xfrm flipH="1">
            <a:off x="5247357" y="2062382"/>
            <a:ext cx="311086" cy="656201"/>
          </a:xfrm>
          <a:prstGeom prst="straightConnector1">
            <a:avLst/>
          </a:prstGeom>
          <a:ln w="19050">
            <a:solidFill>
              <a:schemeClr val="tx1"/>
            </a:solidFill>
            <a:headEnd type="oval" w="sm" len="sm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Arrow: Right 294">
            <a:extLst>
              <a:ext uri="{FF2B5EF4-FFF2-40B4-BE49-F238E27FC236}">
                <a16:creationId xmlns:a16="http://schemas.microsoft.com/office/drawing/2014/main" id="{9596E1B9-0DBF-4362-9108-ACFE593E1C8B}"/>
              </a:ext>
            </a:extLst>
          </p:cNvPr>
          <p:cNvSpPr/>
          <p:nvPr/>
        </p:nvSpPr>
        <p:spPr>
          <a:xfrm rot="2808666">
            <a:off x="8911281" y="4994365"/>
            <a:ext cx="457200" cy="11092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96" name="Text Box 2">
            <a:extLst>
              <a:ext uri="{FF2B5EF4-FFF2-40B4-BE49-F238E27FC236}">
                <a16:creationId xmlns:a16="http://schemas.microsoft.com/office/drawing/2014/main" id="{DD4D70F9-44CB-48D6-A3D2-60D3B5221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7876" y="5540659"/>
            <a:ext cx="649074" cy="311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MLRA</a:t>
            </a:r>
          </a:p>
        </p:txBody>
      </p: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2098A66E-3546-4FC9-A0D0-3EA00806BD91}"/>
              </a:ext>
            </a:extLst>
          </p:cNvPr>
          <p:cNvGrpSpPr/>
          <p:nvPr/>
        </p:nvGrpSpPr>
        <p:grpSpPr>
          <a:xfrm>
            <a:off x="8465771" y="2007959"/>
            <a:ext cx="2055513" cy="3911160"/>
            <a:chOff x="8465771" y="2007959"/>
            <a:chExt cx="2055513" cy="3911160"/>
          </a:xfrm>
        </p:grpSpPr>
        <p:sp>
          <p:nvSpPr>
            <p:cNvPr id="123" name="Arrow: Right 122">
              <a:extLst>
                <a:ext uri="{FF2B5EF4-FFF2-40B4-BE49-F238E27FC236}">
                  <a16:creationId xmlns:a16="http://schemas.microsoft.com/office/drawing/2014/main" id="{15D48356-4D7D-4809-90C2-D40473BA6EB3}"/>
                </a:ext>
              </a:extLst>
            </p:cNvPr>
            <p:cNvSpPr/>
            <p:nvPr/>
          </p:nvSpPr>
          <p:spPr>
            <a:xfrm rot="987175">
              <a:off x="9048384" y="3036742"/>
              <a:ext cx="457200" cy="107996"/>
            </a:xfrm>
            <a:prstGeom prst="rightArrow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4" name="Arrow: Right 123">
              <a:extLst>
                <a:ext uri="{FF2B5EF4-FFF2-40B4-BE49-F238E27FC236}">
                  <a16:creationId xmlns:a16="http://schemas.microsoft.com/office/drawing/2014/main" id="{CB6F12D5-B6AF-4B78-B30F-19AC0A20ADFA}"/>
                </a:ext>
              </a:extLst>
            </p:cNvPr>
            <p:cNvSpPr/>
            <p:nvPr/>
          </p:nvSpPr>
          <p:spPr>
            <a:xfrm rot="8184163">
              <a:off x="8994064" y="3803567"/>
              <a:ext cx="457200" cy="110661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F18260DD-215F-426F-8492-533AF65C1D91}"/>
                </a:ext>
              </a:extLst>
            </p:cNvPr>
            <p:cNvPicPr/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9815" y="2656454"/>
              <a:ext cx="367030" cy="371475"/>
            </a:xfrm>
            <a:prstGeom prst="rect">
              <a:avLst/>
            </a:prstGeom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AE84C22C-444D-4D30-A163-75DE3E2A8EC3}"/>
                </a:ext>
              </a:extLst>
            </p:cNvPr>
            <p:cNvPicPr/>
            <p:nvPr/>
          </p:nvPicPr>
          <p:blipFill>
            <a:blip r:embed="rId15" cstate="print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4755" b="95859" l="9032" r="90968">
                          <a14:foregroundMark x1="28387" y1="8282" x2="28387" y2="8282"/>
                          <a14:foregroundMark x1="32473" y1="4755" x2="32473" y2="4755"/>
                          <a14:foregroundMark x1="62151" y1="92638" x2="62151" y2="92638"/>
                          <a14:foregroundMark x1="73548" y1="95859" x2="73548" y2="95859"/>
                          <a14:foregroundMark x1="90968" y1="83589" x2="90968" y2="835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14158" y="2838729"/>
              <a:ext cx="647701" cy="908368"/>
            </a:xfrm>
            <a:prstGeom prst="rect">
              <a:avLst/>
            </a:prstGeom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FBCDEACC-A927-4782-B061-50A0AFC4BA0F}"/>
                </a:ext>
              </a:extLst>
            </p:cNvPr>
            <p:cNvPicPr/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5771" y="3973196"/>
              <a:ext cx="1029165" cy="904385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543FF167-967B-45CC-8E5F-2C2B1BAC510F}"/>
                </a:ext>
              </a:extLst>
            </p:cNvPr>
            <p:cNvPicPr/>
            <p:nvPr/>
          </p:nvPicPr>
          <p:blipFill>
            <a:blip r:embed="rId18" cstate="print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7132" b="91601" l="9719" r="89849">
                          <a14:foregroundMark x1="19870" y1="7290" x2="19870" y2="7290"/>
                          <a14:foregroundMark x1="80346" y1="79715" x2="80346" y2="79715"/>
                          <a14:foregroundMark x1="86177" y1="80666" x2="86177" y2="80666"/>
                          <a14:foregroundMark x1="73218" y1="78764" x2="73218" y2="78764"/>
                          <a14:foregroundMark x1="69978" y1="77655" x2="69978" y2="77655"/>
                          <a14:foregroundMark x1="65011" y1="82250" x2="65011" y2="82250"/>
                          <a14:foregroundMark x1="75810" y1="91601" x2="75810" y2="91601"/>
                          <a14:foregroundMark x1="66148" y1="87143" x2="66148" y2="871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08131" y="4465604"/>
              <a:ext cx="1066800" cy="1453515"/>
            </a:xfrm>
            <a:prstGeom prst="rect">
              <a:avLst/>
            </a:prstGeom>
          </p:spPr>
        </p:pic>
        <p:sp>
          <p:nvSpPr>
            <p:cNvPr id="129" name="Text Box 2">
              <a:extLst>
                <a:ext uri="{FF2B5EF4-FFF2-40B4-BE49-F238E27FC236}">
                  <a16:creationId xmlns:a16="http://schemas.microsoft.com/office/drawing/2014/main" id="{7A771F52-08F1-465A-AF30-148012E14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3682" y="2617229"/>
              <a:ext cx="472440" cy="311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Field</a:t>
              </a:r>
            </a:p>
          </p:txBody>
        </p:sp>
        <p:sp>
          <p:nvSpPr>
            <p:cNvPr id="130" name="Text Box 2">
              <a:extLst>
                <a:ext uri="{FF2B5EF4-FFF2-40B4-BE49-F238E27FC236}">
                  <a16:creationId xmlns:a16="http://schemas.microsoft.com/office/drawing/2014/main" id="{E88B981E-F074-46B4-B154-01BCD707F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2477" y="3196737"/>
              <a:ext cx="647700" cy="311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HUC12</a:t>
              </a:r>
            </a:p>
          </p:txBody>
        </p:sp>
        <p:sp>
          <p:nvSpPr>
            <p:cNvPr id="131" name="Text Box 2">
              <a:extLst>
                <a:ext uri="{FF2B5EF4-FFF2-40B4-BE49-F238E27FC236}">
                  <a16:creationId xmlns:a16="http://schemas.microsoft.com/office/drawing/2014/main" id="{FD9FC4EA-5C47-4C5E-AC9D-5A2057E16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7853" y="4112440"/>
              <a:ext cx="869315" cy="311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Supplyshed</a:t>
              </a:r>
              <a:endPara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 Box 2">
              <a:extLst>
                <a:ext uri="{FF2B5EF4-FFF2-40B4-BE49-F238E27FC236}">
                  <a16:creationId xmlns:a16="http://schemas.microsoft.com/office/drawing/2014/main" id="{BA4A0ECF-BC7F-4D72-A1DB-15CF78458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9815" y="2007959"/>
              <a:ext cx="1831469" cy="5355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Aggregate modeling outcomes to public and private planning scales.</a:t>
              </a:r>
              <a:endPara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3" name="Text Box 2">
            <a:extLst>
              <a:ext uri="{FF2B5EF4-FFF2-40B4-BE49-F238E27FC236}">
                <a16:creationId xmlns:a16="http://schemas.microsoft.com/office/drawing/2014/main" id="{3ED2B2FD-9DB1-438C-AE7C-2A018DB5A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7505" y="342339"/>
            <a:ext cx="1892848" cy="1053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Local Resource Plan Analysis </a:t>
            </a:r>
            <a:endParaRPr lang="en-US" sz="11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Public: INRS, IWAP, ICACC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Private: Energy production (AD technology)</a:t>
            </a: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387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5917</TotalTime>
  <Words>203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Stephenson, Jessica A</dc:creator>
  <cp:lastModifiedBy>Stephenson, Jessica A</cp:lastModifiedBy>
  <cp:revision>53</cp:revision>
  <dcterms:created xsi:type="dcterms:W3CDTF">2026-01-27T15:51:41Z</dcterms:created>
  <dcterms:modified xsi:type="dcterms:W3CDTF">2026-04-06T15:42:14Z</dcterms:modified>
</cp:coreProperties>
</file>